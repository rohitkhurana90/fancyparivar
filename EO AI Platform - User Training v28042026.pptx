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2.xml" ContentType="application/vnd.openxmlformats-officedocument.them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3.xml" ContentType="application/vnd.openxmlformats-officedocument.them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6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2" r:id="rId5"/>
    <p:sldMasterId id="2147483777" r:id="rId6"/>
  </p:sldMasterIdLst>
  <p:notesMasterIdLst>
    <p:notesMasterId r:id="rId19"/>
  </p:notesMasterIdLst>
  <p:handoutMasterIdLst>
    <p:handoutMasterId r:id="rId20"/>
  </p:handoutMasterIdLst>
  <p:sldIdLst>
    <p:sldId id="258" r:id="rId7"/>
    <p:sldId id="290" r:id="rId8"/>
    <p:sldId id="292" r:id="rId9"/>
    <p:sldId id="259" r:id="rId10"/>
    <p:sldId id="260" r:id="rId11"/>
    <p:sldId id="261" r:id="rId12"/>
    <p:sldId id="262" r:id="rId13"/>
    <p:sldId id="263" r:id="rId14"/>
    <p:sldId id="276" r:id="rId15"/>
    <p:sldId id="264" r:id="rId16"/>
    <p:sldId id="265" r:id="rId17"/>
    <p:sldId id="291" r:id="rId18"/>
  </p:sldIdLst>
  <p:sldSz cx="12192000" cy="6858000"/>
  <p:notesSz cx="9929813" cy="6799263"/>
  <p:defaultTextStyle>
    <a:defPPr>
      <a:defRPr lang="ar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E0A9BAF-9A33-4585-3D5C-20F491A27F7D}" name="Marwa Al Menhali" initials="MA" userId="S::marwa.almenhali@eomod.gov.ae::7133aee4-0dfe-4e07-818a-4b59de7ca6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5F51"/>
    <a:srgbClr val="EBF6E6"/>
    <a:srgbClr val="E7EDEA"/>
    <a:srgbClr val="D7E2DC"/>
    <a:srgbClr val="E0BF7C"/>
    <a:srgbClr val="E3DED1"/>
    <a:srgbClr val="FCFCFA"/>
    <a:srgbClr val="000000"/>
    <a:srgbClr val="FFF2CC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15C8D4-91CB-4203-93DE-9CB6E1D4369B}" v="126" dt="2026-04-28T09:51:10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23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di Mouhib" userId="58221ef2-2aad-44ae-86c0-c1532f1e107d" providerId="ADAL" clId="{57207868-6CDF-404E-B818-DC49891BFF5F}"/>
    <pc:docChg chg="undo custSel addSld delSld modSld delMainMaster delSection modSection">
      <pc:chgData name="Mehdi Mouhib" userId="58221ef2-2aad-44ae-86c0-c1532f1e107d" providerId="ADAL" clId="{57207868-6CDF-404E-B818-DC49891BFF5F}" dt="2026-04-22T18:37:17.510" v="864" actId="1076"/>
      <pc:docMkLst>
        <pc:docMk/>
      </pc:docMkLst>
      <pc:sldChg chg="modSp mod">
        <pc:chgData name="Mehdi Mouhib" userId="58221ef2-2aad-44ae-86c0-c1532f1e107d" providerId="ADAL" clId="{57207868-6CDF-404E-B818-DC49891BFF5F}" dt="2026-04-22T16:58:40.352" v="21" actId="20577"/>
        <pc:sldMkLst>
          <pc:docMk/>
          <pc:sldMk cId="3064073957" sldId="258"/>
        </pc:sldMkLst>
        <pc:spChg chg="mod">
          <ac:chgData name="Mehdi Mouhib" userId="58221ef2-2aad-44ae-86c0-c1532f1e107d" providerId="ADAL" clId="{57207868-6CDF-404E-B818-DC49891BFF5F}" dt="2026-04-22T16:58:40.352" v="21" actId="20577"/>
          <ac:spMkLst>
            <pc:docMk/>
            <pc:sldMk cId="3064073957" sldId="258"/>
            <ac:spMk id="3" creationId="{89BE27C4-4918-A4A4-E57D-E7D746E9180F}"/>
          </ac:spMkLst>
        </pc:spChg>
      </pc:sldChg>
      <pc:sldChg chg="addSp delSp modSp mod">
        <pc:chgData name="Mehdi Mouhib" userId="58221ef2-2aad-44ae-86c0-c1532f1e107d" providerId="ADAL" clId="{57207868-6CDF-404E-B818-DC49891BFF5F}" dt="2026-04-22T18:33:21.271" v="741" actId="12789"/>
        <pc:sldMkLst>
          <pc:docMk/>
          <pc:sldMk cId="275370146" sldId="290"/>
        </pc:sldMkLst>
        <pc:spChg chg="mod">
          <ac:chgData name="Mehdi Mouhib" userId="58221ef2-2aad-44ae-86c0-c1532f1e107d" providerId="ADAL" clId="{57207868-6CDF-404E-B818-DC49891BFF5F}" dt="2026-04-22T17:01:17.111" v="177" actId="20577"/>
          <ac:spMkLst>
            <pc:docMk/>
            <pc:sldMk cId="275370146" sldId="290"/>
            <ac:spMk id="2" creationId="{F11FF665-D242-4A05-13BE-0B8747E742CF}"/>
          </ac:spMkLst>
        </pc:spChg>
        <pc:spChg chg="mod">
          <ac:chgData name="Mehdi Mouhib" userId="58221ef2-2aad-44ae-86c0-c1532f1e107d" providerId="ADAL" clId="{57207868-6CDF-404E-B818-DC49891BFF5F}" dt="2026-04-22T17:01:04.725" v="173" actId="1036"/>
          <ac:spMkLst>
            <pc:docMk/>
            <pc:sldMk cId="275370146" sldId="290"/>
            <ac:spMk id="10" creationId="{F32475E7-280C-8D07-15D9-443B92437452}"/>
          </ac:spMkLst>
        </pc:spChg>
        <pc:spChg chg="mod">
          <ac:chgData name="Mehdi Mouhib" userId="58221ef2-2aad-44ae-86c0-c1532f1e107d" providerId="ADAL" clId="{57207868-6CDF-404E-B818-DC49891BFF5F}" dt="2026-04-22T17:01:04.725" v="173" actId="1036"/>
          <ac:spMkLst>
            <pc:docMk/>
            <pc:sldMk cId="275370146" sldId="290"/>
            <ac:spMk id="11" creationId="{FCC37BAE-3666-571D-1F42-A529D2146C2B}"/>
          </ac:spMkLst>
        </pc:spChg>
        <pc:spChg chg="mod">
          <ac:chgData name="Mehdi Mouhib" userId="58221ef2-2aad-44ae-86c0-c1532f1e107d" providerId="ADAL" clId="{57207868-6CDF-404E-B818-DC49891BFF5F}" dt="2026-04-22T17:01:04.725" v="173" actId="1036"/>
          <ac:spMkLst>
            <pc:docMk/>
            <pc:sldMk cId="275370146" sldId="290"/>
            <ac:spMk id="36" creationId="{9416FB6D-6A62-5500-97F9-43062283E54A}"/>
          </ac:spMkLst>
        </pc:spChg>
        <pc:spChg chg="mod">
          <ac:chgData name="Mehdi Mouhib" userId="58221ef2-2aad-44ae-86c0-c1532f1e107d" providerId="ADAL" clId="{57207868-6CDF-404E-B818-DC49891BFF5F}" dt="2026-04-22T17:00:57.330" v="161" actId="1076"/>
          <ac:spMkLst>
            <pc:docMk/>
            <pc:sldMk cId="275370146" sldId="290"/>
            <ac:spMk id="39" creationId="{328B7766-E101-12F1-1B7F-034D70EBC6F7}"/>
          </ac:spMkLst>
        </pc:spChg>
        <pc:spChg chg="mod">
          <ac:chgData name="Mehdi Mouhib" userId="58221ef2-2aad-44ae-86c0-c1532f1e107d" providerId="ADAL" clId="{57207868-6CDF-404E-B818-DC49891BFF5F}" dt="2026-04-22T17:01:04.725" v="173" actId="1036"/>
          <ac:spMkLst>
            <pc:docMk/>
            <pc:sldMk cId="275370146" sldId="290"/>
            <ac:spMk id="67" creationId="{6FFB49CD-343D-852C-E7B6-E4950128470B}"/>
          </ac:spMkLst>
        </pc:spChg>
        <pc:picChg chg="mod">
          <ac:chgData name="Mehdi Mouhib" userId="58221ef2-2aad-44ae-86c0-c1532f1e107d" providerId="ADAL" clId="{57207868-6CDF-404E-B818-DC49891BFF5F}" dt="2026-04-22T17:00:57.330" v="161" actId="1076"/>
          <ac:picMkLst>
            <pc:docMk/>
            <pc:sldMk cId="275370146" sldId="290"/>
            <ac:picMk id="86" creationId="{D8F78ED0-E4AA-AB09-F10D-40DBC4ACCD9F}"/>
          </ac:picMkLst>
        </pc:picChg>
      </pc:sldChg>
      <pc:sldChg chg="new">
        <pc:chgData name="Mehdi Mouhib" userId="58221ef2-2aad-44ae-86c0-c1532f1e107d" providerId="ADAL" clId="{57207868-6CDF-404E-B818-DC49891BFF5F}" dt="2026-04-22T17:04:13.579" v="573" actId="680"/>
        <pc:sldMkLst>
          <pc:docMk/>
          <pc:sldMk cId="3833677669" sldId="291"/>
        </pc:sldMkLst>
      </pc:sldChg>
    </pc:docChg>
  </pc:docChgLst>
  <pc:docChgLst>
    <pc:chgData name="Raheem Abdur" userId="8a676866-1d58-4594-b91a-017db1e03f85" providerId="ADAL" clId="{8C517D93-3571-4A81-BC4B-E57B6ACDFD9C}"/>
    <pc:docChg chg="undo custSel addSld delSld modSld">
      <pc:chgData name="Raheem Abdur" userId="8a676866-1d58-4594-b91a-017db1e03f85" providerId="ADAL" clId="{8C517D93-3571-4A81-BC4B-E57B6ACDFD9C}" dt="2026-04-28T09:51:44.801" v="282" actId="14100"/>
      <pc:docMkLst>
        <pc:docMk/>
      </pc:docMkLst>
      <pc:sldChg chg="modSp mod">
        <pc:chgData name="Raheem Abdur" userId="8a676866-1d58-4594-b91a-017db1e03f85" providerId="ADAL" clId="{8C517D93-3571-4A81-BC4B-E57B6ACDFD9C}" dt="2026-04-28T09:51:44.801" v="282" actId="14100"/>
        <pc:sldMkLst>
          <pc:docMk/>
          <pc:sldMk cId="3064073957" sldId="258"/>
        </pc:sldMkLst>
        <pc:spChg chg="mod">
          <ac:chgData name="Raheem Abdur" userId="8a676866-1d58-4594-b91a-017db1e03f85" providerId="ADAL" clId="{8C517D93-3571-4A81-BC4B-E57B6ACDFD9C}" dt="2026-04-28T09:51:44.801" v="282" actId="14100"/>
          <ac:spMkLst>
            <pc:docMk/>
            <pc:sldMk cId="3064073957" sldId="258"/>
            <ac:spMk id="3" creationId="{89BE27C4-4918-A4A4-E57D-E7D746E9180F}"/>
          </ac:spMkLst>
        </pc:spChg>
        <pc:spChg chg="mod">
          <ac:chgData name="Raheem Abdur" userId="8a676866-1d58-4594-b91a-017db1e03f85" providerId="ADAL" clId="{8C517D93-3571-4A81-BC4B-E57B6ACDFD9C}" dt="2026-04-28T09:42:25.154" v="29" actId="20577"/>
          <ac:spMkLst>
            <pc:docMk/>
            <pc:sldMk cId="3064073957" sldId="258"/>
            <ac:spMk id="4" creationId="{8B9D5E42-F067-4D13-075C-D05861BAA1F4}"/>
          </ac:spMkLst>
        </pc:spChg>
        <pc:spChg chg="mod">
          <ac:chgData name="Raheem Abdur" userId="8a676866-1d58-4594-b91a-017db1e03f85" providerId="ADAL" clId="{8C517D93-3571-4A81-BC4B-E57B6ACDFD9C}" dt="2026-04-28T09:41:28.079" v="14" actId="20577"/>
          <ac:spMkLst>
            <pc:docMk/>
            <pc:sldMk cId="3064073957" sldId="258"/>
            <ac:spMk id="13" creationId="{071CFE27-70D7-C56E-CBEA-4E83D774920B}"/>
          </ac:spMkLst>
        </pc:spChg>
      </pc:sldChg>
      <pc:sldChg chg="delSp add del mod setBg">
        <pc:chgData name="Raheem Abdur" userId="8a676866-1d58-4594-b91a-017db1e03f85" providerId="ADAL" clId="{8C517D93-3571-4A81-BC4B-E57B6ACDFD9C}" dt="2026-04-28T09:47:39.570" v="244" actId="478"/>
        <pc:sldMkLst>
          <pc:docMk/>
          <pc:sldMk cId="0" sldId="259"/>
        </pc:sldMkLst>
        <pc:picChg chg="del">
          <ac:chgData name="Raheem Abdur" userId="8a676866-1d58-4594-b91a-017db1e03f85" providerId="ADAL" clId="{8C517D93-3571-4A81-BC4B-E57B6ACDFD9C}" dt="2026-04-28T09:47:39.570" v="244" actId="478"/>
          <ac:picMkLst>
            <pc:docMk/>
            <pc:sldMk cId="0" sldId="259"/>
            <ac:picMk id="42" creationId="{520A7B9C-F32A-5EE9-5B28-71A4F88410C9}"/>
          </ac:picMkLst>
        </pc:picChg>
      </pc:sldChg>
      <pc:sldChg chg="delSp add del mod setBg">
        <pc:chgData name="Raheem Abdur" userId="8a676866-1d58-4594-b91a-017db1e03f85" providerId="ADAL" clId="{8C517D93-3571-4A81-BC4B-E57B6ACDFD9C}" dt="2026-04-28T09:47:43.197" v="245" actId="478"/>
        <pc:sldMkLst>
          <pc:docMk/>
          <pc:sldMk cId="0" sldId="260"/>
        </pc:sldMkLst>
        <pc:picChg chg="del">
          <ac:chgData name="Raheem Abdur" userId="8a676866-1d58-4594-b91a-017db1e03f85" providerId="ADAL" clId="{8C517D93-3571-4A81-BC4B-E57B6ACDFD9C}" dt="2026-04-28T09:47:43.197" v="245" actId="478"/>
          <ac:picMkLst>
            <pc:docMk/>
            <pc:sldMk cId="0" sldId="260"/>
            <ac:picMk id="36" creationId="{7CCA0F3F-3EFC-E373-0004-DA582734F508}"/>
          </ac:picMkLst>
        </pc:picChg>
      </pc:sldChg>
      <pc:sldChg chg="add del setBg">
        <pc:chgData name="Raheem Abdur" userId="8a676866-1d58-4594-b91a-017db1e03f85" providerId="ADAL" clId="{8C517D93-3571-4A81-BC4B-E57B6ACDFD9C}" dt="2026-04-28T09:46:56.695" v="240"/>
        <pc:sldMkLst>
          <pc:docMk/>
          <pc:sldMk cId="0" sldId="261"/>
        </pc:sldMkLst>
      </pc:sldChg>
      <pc:sldChg chg="delSp modSp add del mod setBg">
        <pc:chgData name="Raheem Abdur" userId="8a676866-1d58-4594-b91a-017db1e03f85" providerId="ADAL" clId="{8C517D93-3571-4A81-BC4B-E57B6ACDFD9C}" dt="2026-04-28T09:49:23.143" v="275" actId="6549"/>
        <pc:sldMkLst>
          <pc:docMk/>
          <pc:sldMk cId="0" sldId="262"/>
        </pc:sldMkLst>
        <pc:spChg chg="mod">
          <ac:chgData name="Raheem Abdur" userId="8a676866-1d58-4594-b91a-017db1e03f85" providerId="ADAL" clId="{8C517D93-3571-4A81-BC4B-E57B6ACDFD9C}" dt="2026-04-28T09:49:23.143" v="275" actId="6549"/>
          <ac:spMkLst>
            <pc:docMk/>
            <pc:sldMk cId="0" sldId="262"/>
            <ac:spMk id="10" creationId="{00000000-0000-0000-0000-000000000000}"/>
          </ac:spMkLst>
        </pc:spChg>
        <pc:picChg chg="del">
          <ac:chgData name="Raheem Abdur" userId="8a676866-1d58-4594-b91a-017db1e03f85" providerId="ADAL" clId="{8C517D93-3571-4A81-BC4B-E57B6ACDFD9C}" dt="2026-04-28T09:47:46.673" v="246" actId="478"/>
          <ac:picMkLst>
            <pc:docMk/>
            <pc:sldMk cId="0" sldId="262"/>
            <ac:picMk id="55" creationId="{CFC4E827-4839-7CF1-2F4E-BC95E72D1064}"/>
          </ac:picMkLst>
        </pc:picChg>
      </pc:sldChg>
      <pc:sldChg chg="delSp add del mod setBg">
        <pc:chgData name="Raheem Abdur" userId="8a676866-1d58-4594-b91a-017db1e03f85" providerId="ADAL" clId="{8C517D93-3571-4A81-BC4B-E57B6ACDFD9C}" dt="2026-04-28T09:47:49.223" v="247" actId="478"/>
        <pc:sldMkLst>
          <pc:docMk/>
          <pc:sldMk cId="0" sldId="263"/>
        </pc:sldMkLst>
        <pc:picChg chg="del">
          <ac:chgData name="Raheem Abdur" userId="8a676866-1d58-4594-b91a-017db1e03f85" providerId="ADAL" clId="{8C517D93-3571-4A81-BC4B-E57B6ACDFD9C}" dt="2026-04-28T09:47:49.223" v="247" actId="478"/>
          <ac:picMkLst>
            <pc:docMk/>
            <pc:sldMk cId="0" sldId="263"/>
            <ac:picMk id="25" creationId="{461ACA92-EB2B-5AE6-492D-53D87460F3A1}"/>
          </ac:picMkLst>
        </pc:picChg>
      </pc:sldChg>
      <pc:sldChg chg="delSp add del mod setBg">
        <pc:chgData name="Raheem Abdur" userId="8a676866-1d58-4594-b91a-017db1e03f85" providerId="ADAL" clId="{8C517D93-3571-4A81-BC4B-E57B6ACDFD9C}" dt="2026-04-28T09:47:52.196" v="248" actId="478"/>
        <pc:sldMkLst>
          <pc:docMk/>
          <pc:sldMk cId="0" sldId="264"/>
        </pc:sldMkLst>
        <pc:picChg chg="del">
          <ac:chgData name="Raheem Abdur" userId="8a676866-1d58-4594-b91a-017db1e03f85" providerId="ADAL" clId="{8C517D93-3571-4A81-BC4B-E57B6ACDFD9C}" dt="2026-04-28T09:47:52.196" v="248" actId="478"/>
          <ac:picMkLst>
            <pc:docMk/>
            <pc:sldMk cId="0" sldId="264"/>
            <ac:picMk id="38" creationId="{106E1E16-A50C-2284-7C9C-A642DCC89EA9}"/>
          </ac:picMkLst>
        </pc:picChg>
      </pc:sldChg>
      <pc:sldChg chg="add del setBg">
        <pc:chgData name="Raheem Abdur" userId="8a676866-1d58-4594-b91a-017db1e03f85" providerId="ADAL" clId="{8C517D93-3571-4A81-BC4B-E57B6ACDFD9C}" dt="2026-04-28T09:46:56.695" v="240"/>
        <pc:sldMkLst>
          <pc:docMk/>
          <pc:sldMk cId="0" sldId="265"/>
        </pc:sldMkLst>
      </pc:sldChg>
      <pc:sldChg chg="add del setBg">
        <pc:chgData name="Raheem Abdur" userId="8a676866-1d58-4594-b91a-017db1e03f85" providerId="ADAL" clId="{8C517D93-3571-4A81-BC4B-E57B6ACDFD9C}" dt="2026-04-28T09:51:10.881" v="281"/>
        <pc:sldMkLst>
          <pc:docMk/>
          <pc:sldMk cId="0" sldId="276"/>
        </pc:sldMkLst>
      </pc:sldChg>
      <pc:sldChg chg="del">
        <pc:chgData name="Raheem Abdur" userId="8a676866-1d58-4594-b91a-017db1e03f85" providerId="ADAL" clId="{8C517D93-3571-4A81-BC4B-E57B6ACDFD9C}" dt="2026-04-28T09:46:12.384" v="235" actId="47"/>
        <pc:sldMkLst>
          <pc:docMk/>
          <pc:sldMk cId="1330129909" sldId="276"/>
        </pc:sldMkLst>
      </pc:sldChg>
      <pc:sldChg chg="del">
        <pc:chgData name="Raheem Abdur" userId="8a676866-1d58-4594-b91a-017db1e03f85" providerId="ADAL" clId="{8C517D93-3571-4A81-BC4B-E57B6ACDFD9C}" dt="2026-04-28T09:42:30.552" v="30" actId="47"/>
        <pc:sldMkLst>
          <pc:docMk/>
          <pc:sldMk cId="1899829099" sldId="277"/>
        </pc:sldMkLst>
      </pc:sldChg>
      <pc:sldChg chg="del">
        <pc:chgData name="Raheem Abdur" userId="8a676866-1d58-4594-b91a-017db1e03f85" providerId="ADAL" clId="{8C517D93-3571-4A81-BC4B-E57B6ACDFD9C}" dt="2026-04-28T09:46:07.049" v="233" actId="47"/>
        <pc:sldMkLst>
          <pc:docMk/>
          <pc:sldMk cId="3936123206" sldId="278"/>
        </pc:sldMkLst>
      </pc:sldChg>
      <pc:sldChg chg="del">
        <pc:chgData name="Raheem Abdur" userId="8a676866-1d58-4594-b91a-017db1e03f85" providerId="ADAL" clId="{8C517D93-3571-4A81-BC4B-E57B6ACDFD9C}" dt="2026-04-28T09:46:05.594" v="232" actId="47"/>
        <pc:sldMkLst>
          <pc:docMk/>
          <pc:sldMk cId="105776545" sldId="281"/>
        </pc:sldMkLst>
      </pc:sldChg>
      <pc:sldChg chg="del">
        <pc:chgData name="Raheem Abdur" userId="8a676866-1d58-4594-b91a-017db1e03f85" providerId="ADAL" clId="{8C517D93-3571-4A81-BC4B-E57B6ACDFD9C}" dt="2026-04-28T09:46:10.249" v="234" actId="47"/>
        <pc:sldMkLst>
          <pc:docMk/>
          <pc:sldMk cId="783368698" sldId="282"/>
        </pc:sldMkLst>
      </pc:sldChg>
      <pc:sldChg chg="addSp delSp modSp mod">
        <pc:chgData name="Raheem Abdur" userId="8a676866-1d58-4594-b91a-017db1e03f85" providerId="ADAL" clId="{8C517D93-3571-4A81-BC4B-E57B6ACDFD9C}" dt="2026-04-28T09:50:38.058" v="278" actId="688"/>
        <pc:sldMkLst>
          <pc:docMk/>
          <pc:sldMk cId="275370146" sldId="290"/>
        </pc:sldMkLst>
        <pc:spChg chg="mod">
          <ac:chgData name="Raheem Abdur" userId="8a676866-1d58-4594-b91a-017db1e03f85" providerId="ADAL" clId="{8C517D93-3571-4A81-BC4B-E57B6ACDFD9C}" dt="2026-04-28T09:45:59.791" v="231" actId="20577"/>
          <ac:spMkLst>
            <pc:docMk/>
            <pc:sldMk cId="275370146" sldId="290"/>
            <ac:spMk id="2" creationId="{F11FF665-D242-4A05-13BE-0B8747E742CF}"/>
          </ac:spMkLst>
        </pc:spChg>
        <pc:spChg chg="del">
          <ac:chgData name="Raheem Abdur" userId="8a676866-1d58-4594-b91a-017db1e03f85" providerId="ADAL" clId="{8C517D93-3571-4A81-BC4B-E57B6ACDFD9C}" dt="2026-04-28T09:42:39.088" v="32" actId="478"/>
          <ac:spMkLst>
            <pc:docMk/>
            <pc:sldMk cId="275370146" sldId="290"/>
            <ac:spMk id="8" creationId="{31B9A679-3B7C-4C09-33A2-EDE83BCFE0CF}"/>
          </ac:spMkLst>
        </pc:spChg>
        <pc:spChg chg="del">
          <ac:chgData name="Raheem Abdur" userId="8a676866-1d58-4594-b91a-017db1e03f85" providerId="ADAL" clId="{8C517D93-3571-4A81-BC4B-E57B6ACDFD9C}" dt="2026-04-28T09:42:36.978" v="31" actId="478"/>
          <ac:spMkLst>
            <pc:docMk/>
            <pc:sldMk cId="275370146" sldId="290"/>
            <ac:spMk id="12" creationId="{C780F66E-DA0E-E144-8CD1-B2D48F90D985}"/>
          </ac:spMkLst>
        </pc:spChg>
        <pc:spChg chg="del">
          <ac:chgData name="Raheem Abdur" userId="8a676866-1d58-4594-b91a-017db1e03f85" providerId="ADAL" clId="{8C517D93-3571-4A81-BC4B-E57B6ACDFD9C}" dt="2026-04-28T09:45:29.726" v="142" actId="478"/>
          <ac:spMkLst>
            <pc:docMk/>
            <pc:sldMk cId="275370146" sldId="290"/>
            <ac:spMk id="14" creationId="{AE00B621-9336-9A37-E157-CD05853BA5D3}"/>
          </ac:spMkLst>
        </pc:spChg>
        <pc:spChg chg="del">
          <ac:chgData name="Raheem Abdur" userId="8a676866-1d58-4594-b91a-017db1e03f85" providerId="ADAL" clId="{8C517D93-3571-4A81-BC4B-E57B6ACDFD9C}" dt="2026-04-28T09:42:36.978" v="31" actId="478"/>
          <ac:spMkLst>
            <pc:docMk/>
            <pc:sldMk cId="275370146" sldId="290"/>
            <ac:spMk id="15" creationId="{10C6F719-A10B-EB6B-D5C0-8A2024C97879}"/>
          </ac:spMkLst>
        </pc:spChg>
        <pc:spChg chg="del">
          <ac:chgData name="Raheem Abdur" userId="8a676866-1d58-4594-b91a-017db1e03f85" providerId="ADAL" clId="{8C517D93-3571-4A81-BC4B-E57B6ACDFD9C}" dt="2026-04-28T09:42:39.088" v="32" actId="478"/>
          <ac:spMkLst>
            <pc:docMk/>
            <pc:sldMk cId="275370146" sldId="290"/>
            <ac:spMk id="16" creationId="{70897C17-FB28-62C7-20FF-0F71CA6D0B55}"/>
          </ac:spMkLst>
        </pc:spChg>
        <pc:spChg chg="del">
          <ac:chgData name="Raheem Abdur" userId="8a676866-1d58-4594-b91a-017db1e03f85" providerId="ADAL" clId="{8C517D93-3571-4A81-BC4B-E57B6ACDFD9C}" dt="2026-04-28T09:42:39.088" v="32" actId="478"/>
          <ac:spMkLst>
            <pc:docMk/>
            <pc:sldMk cId="275370146" sldId="290"/>
            <ac:spMk id="17" creationId="{50450496-D517-E936-FE3A-B7ADB2D3306E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18" creationId="{08CDB4A6-7BAC-2E8C-4E98-35EF618A29AA}"/>
          </ac:spMkLst>
        </pc:spChg>
        <pc:spChg chg="del">
          <ac:chgData name="Raheem Abdur" userId="8a676866-1d58-4594-b91a-017db1e03f85" providerId="ADAL" clId="{8C517D93-3571-4A81-BC4B-E57B6ACDFD9C}" dt="2026-04-28T09:45:29.726" v="142" actId="478"/>
          <ac:spMkLst>
            <pc:docMk/>
            <pc:sldMk cId="275370146" sldId="290"/>
            <ac:spMk id="19" creationId="{E7B03CE2-34D1-013D-9BCF-E9937B02CDF8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20" creationId="{A98124A5-D612-5FDB-0B0B-B1C4EEF37583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21" creationId="{A4770A13-0F95-9370-07B4-BA0066093C96}"/>
          </ac:spMkLst>
        </pc:spChg>
        <pc:spChg chg="del">
          <ac:chgData name="Raheem Abdur" userId="8a676866-1d58-4594-b91a-017db1e03f85" providerId="ADAL" clId="{8C517D93-3571-4A81-BC4B-E57B6ACDFD9C}" dt="2026-04-28T09:42:39.088" v="32" actId="478"/>
          <ac:spMkLst>
            <pc:docMk/>
            <pc:sldMk cId="275370146" sldId="290"/>
            <ac:spMk id="22" creationId="{2B37AB9E-99C4-A8C9-254F-D5F2847B7B6C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28" creationId="{7F56CF00-CDFD-FB18-634B-E50E4BAE0924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31" creationId="{D064CF8B-2F53-4F6F-20B5-F58597EE280C}"/>
          </ac:spMkLst>
        </pc:spChg>
        <pc:spChg chg="mod">
          <ac:chgData name="Raheem Abdur" userId="8a676866-1d58-4594-b91a-017db1e03f85" providerId="ADAL" clId="{8C517D93-3571-4A81-BC4B-E57B6ACDFD9C}" dt="2026-04-28T09:50:38.058" v="278" actId="688"/>
          <ac:spMkLst>
            <pc:docMk/>
            <pc:sldMk cId="275370146" sldId="290"/>
            <ac:spMk id="33" creationId="{B0CE67D5-01B4-7DDC-71AE-F5AFBD63C748}"/>
          </ac:spMkLst>
        </pc:spChg>
        <pc:spChg chg="del mod">
          <ac:chgData name="Raheem Abdur" userId="8a676866-1d58-4594-b91a-017db1e03f85" providerId="ADAL" clId="{8C517D93-3571-4A81-BC4B-E57B6ACDFD9C}" dt="2026-04-28T09:45:29.726" v="142" actId="478"/>
          <ac:spMkLst>
            <pc:docMk/>
            <pc:sldMk cId="275370146" sldId="290"/>
            <ac:spMk id="34" creationId="{54CB7216-C730-6981-099A-44037CFF476E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35" creationId="{243CE2AF-67FF-0010-A917-8951FCAB3823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37" creationId="{8B29622B-71D0-5E3E-A8EE-C0195504DD69}"/>
          </ac:spMkLst>
        </pc:spChg>
        <pc:spChg chg="del">
          <ac:chgData name="Raheem Abdur" userId="8a676866-1d58-4594-b91a-017db1e03f85" providerId="ADAL" clId="{8C517D93-3571-4A81-BC4B-E57B6ACDFD9C}" dt="2026-04-28T09:42:36.978" v="31" actId="478"/>
          <ac:spMkLst>
            <pc:docMk/>
            <pc:sldMk cId="275370146" sldId="290"/>
            <ac:spMk id="38" creationId="{8D117667-76A6-4EDC-8110-D93CEEEBAED8}"/>
          </ac:spMkLst>
        </pc:spChg>
        <pc:spChg chg="mod">
          <ac:chgData name="Raheem Abdur" userId="8a676866-1d58-4594-b91a-017db1e03f85" providerId="ADAL" clId="{8C517D93-3571-4A81-BC4B-E57B6ACDFD9C}" dt="2026-04-28T09:48:35.012" v="269" actId="20577"/>
          <ac:spMkLst>
            <pc:docMk/>
            <pc:sldMk cId="275370146" sldId="290"/>
            <ac:spMk id="39" creationId="{328B7766-E101-12F1-1B7F-034D70EBC6F7}"/>
          </ac:spMkLst>
        </pc:spChg>
        <pc:spChg chg="del">
          <ac:chgData name="Raheem Abdur" userId="8a676866-1d58-4594-b91a-017db1e03f85" providerId="ADAL" clId="{8C517D93-3571-4A81-BC4B-E57B6ACDFD9C}" dt="2026-04-28T09:45:29.726" v="142" actId="478"/>
          <ac:spMkLst>
            <pc:docMk/>
            <pc:sldMk cId="275370146" sldId="290"/>
            <ac:spMk id="44" creationId="{B8B7B90E-2A94-1122-3D87-9CFF4E07D035}"/>
          </ac:spMkLst>
        </pc:spChg>
        <pc:spChg chg="del">
          <ac:chgData name="Raheem Abdur" userId="8a676866-1d58-4594-b91a-017db1e03f85" providerId="ADAL" clId="{8C517D93-3571-4A81-BC4B-E57B6ACDFD9C}" dt="2026-04-28T09:42:36.978" v="31" actId="478"/>
          <ac:spMkLst>
            <pc:docMk/>
            <pc:sldMk cId="275370146" sldId="290"/>
            <ac:spMk id="52" creationId="{6C67CD2C-012F-11CE-CB5B-055555D3AA3C}"/>
          </ac:spMkLst>
        </pc:spChg>
        <pc:spChg chg="del">
          <ac:chgData name="Raheem Abdur" userId="8a676866-1d58-4594-b91a-017db1e03f85" providerId="ADAL" clId="{8C517D93-3571-4A81-BC4B-E57B6ACDFD9C}" dt="2026-04-28T09:42:36.978" v="31" actId="478"/>
          <ac:spMkLst>
            <pc:docMk/>
            <pc:sldMk cId="275370146" sldId="290"/>
            <ac:spMk id="53" creationId="{05447C78-5B7A-87D8-0C1B-486B238632FB}"/>
          </ac:spMkLst>
        </pc:spChg>
        <pc:spChg chg="del">
          <ac:chgData name="Raheem Abdur" userId="8a676866-1d58-4594-b91a-017db1e03f85" providerId="ADAL" clId="{8C517D93-3571-4A81-BC4B-E57B6ACDFD9C}" dt="2026-04-28T09:42:36.978" v="31" actId="478"/>
          <ac:spMkLst>
            <pc:docMk/>
            <pc:sldMk cId="275370146" sldId="290"/>
            <ac:spMk id="54" creationId="{72E479DA-1CB0-3238-B2BE-44B5B686F586}"/>
          </ac:spMkLst>
        </pc:spChg>
        <pc:spChg chg="del">
          <ac:chgData name="Raheem Abdur" userId="8a676866-1d58-4594-b91a-017db1e03f85" providerId="ADAL" clId="{8C517D93-3571-4A81-BC4B-E57B6ACDFD9C}" dt="2026-04-28T09:42:36.978" v="31" actId="478"/>
          <ac:spMkLst>
            <pc:docMk/>
            <pc:sldMk cId="275370146" sldId="290"/>
            <ac:spMk id="55" creationId="{451D1129-94F1-A3A9-13BB-328634B422A1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65" creationId="{B3E41072-998E-07BD-B3C7-F336270FD338}"/>
          </ac:spMkLst>
        </pc:spChg>
        <pc:spChg chg="del">
          <ac:chgData name="Raheem Abdur" userId="8a676866-1d58-4594-b91a-017db1e03f85" providerId="ADAL" clId="{8C517D93-3571-4A81-BC4B-E57B6ACDFD9C}" dt="2026-04-28T09:45:29.726" v="142" actId="478"/>
          <ac:spMkLst>
            <pc:docMk/>
            <pc:sldMk cId="275370146" sldId="290"/>
            <ac:spMk id="66" creationId="{DDCAE9E3-5B9F-F77F-2AFE-55A121812811}"/>
          </ac:spMkLst>
        </pc:spChg>
        <pc:spChg chg="mod">
          <ac:chgData name="Raheem Abdur" userId="8a676866-1d58-4594-b91a-017db1e03f85" providerId="ADAL" clId="{8C517D93-3571-4A81-BC4B-E57B6ACDFD9C}" dt="2026-04-28T09:45:21.241" v="141" actId="6549"/>
          <ac:spMkLst>
            <pc:docMk/>
            <pc:sldMk cId="275370146" sldId="290"/>
            <ac:spMk id="70" creationId="{1E5F2A34-1395-0E59-4621-0251978C281C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75" creationId="{A9A95D23-9DBC-61F8-A9EE-F373E2F85912}"/>
          </ac:spMkLst>
        </pc:spChg>
        <pc:spChg chg="mod">
          <ac:chgData name="Raheem Abdur" userId="8a676866-1d58-4594-b91a-017db1e03f85" providerId="ADAL" clId="{8C517D93-3571-4A81-BC4B-E57B6ACDFD9C}" dt="2026-04-28T09:45:38.738" v="199" actId="1038"/>
          <ac:spMkLst>
            <pc:docMk/>
            <pc:sldMk cId="275370146" sldId="290"/>
            <ac:spMk id="80" creationId="{F6AD974E-B54C-F00B-DC53-FFB4EE694EF6}"/>
          </ac:spMkLst>
        </pc:spChg>
        <pc:spChg chg="del">
          <ac:chgData name="Raheem Abdur" userId="8a676866-1d58-4594-b91a-017db1e03f85" providerId="ADAL" clId="{8C517D93-3571-4A81-BC4B-E57B6ACDFD9C}" dt="2026-04-28T09:42:46.162" v="33" actId="478"/>
          <ac:spMkLst>
            <pc:docMk/>
            <pc:sldMk cId="275370146" sldId="290"/>
            <ac:spMk id="85" creationId="{C01F4764-3F3B-B4BC-E9C2-32C075B0B6B5}"/>
          </ac:spMkLst>
        </pc:spChg>
        <pc:spChg chg="mod">
          <ac:chgData name="Raheem Abdur" userId="8a676866-1d58-4594-b91a-017db1e03f85" providerId="ADAL" clId="{8C517D93-3571-4A81-BC4B-E57B6ACDFD9C}" dt="2026-04-28T09:43:40.653" v="121" actId="1038"/>
          <ac:spMkLst>
            <pc:docMk/>
            <pc:sldMk cId="275370146" sldId="290"/>
            <ac:spMk id="100" creationId="{5C5799B0-09EE-D947-2895-4BD6592C2447}"/>
          </ac:spMkLst>
        </pc:spChg>
        <pc:spChg chg="del">
          <ac:chgData name="Raheem Abdur" userId="8a676866-1d58-4594-b91a-017db1e03f85" providerId="ADAL" clId="{8C517D93-3571-4A81-BC4B-E57B6ACDFD9C}" dt="2026-04-28T09:45:29.726" v="142" actId="478"/>
          <ac:spMkLst>
            <pc:docMk/>
            <pc:sldMk cId="275370146" sldId="290"/>
            <ac:spMk id="101" creationId="{B2DE37C7-BBB3-DD52-0527-D0A33BF10D25}"/>
          </ac:spMkLst>
        </pc:spChg>
        <pc:grpChg chg="del">
          <ac:chgData name="Raheem Abdur" userId="8a676866-1d58-4594-b91a-017db1e03f85" providerId="ADAL" clId="{8C517D93-3571-4A81-BC4B-E57B6ACDFD9C}" dt="2026-04-28T09:43:23.195" v="69" actId="478"/>
          <ac:grpSpMkLst>
            <pc:docMk/>
            <pc:sldMk cId="275370146" sldId="290"/>
            <ac:grpSpMk id="6" creationId="{616B8EF8-3082-DBCC-3E40-77C01CD2B421}"/>
          </ac:grpSpMkLst>
        </pc:grpChg>
        <pc:grpChg chg="mod">
          <ac:chgData name="Raheem Abdur" userId="8a676866-1d58-4594-b91a-017db1e03f85" providerId="ADAL" clId="{8C517D93-3571-4A81-BC4B-E57B6ACDFD9C}" dt="2026-04-28T09:43:04.171" v="68" actId="1036"/>
          <ac:grpSpMkLst>
            <pc:docMk/>
            <pc:sldMk cId="275370146" sldId="290"/>
            <ac:grpSpMk id="83" creationId="{8E17E06A-3008-3937-DAC4-84DE88F553C2}"/>
          </ac:grpSpMkLst>
        </pc:grpChg>
        <pc:grpChg chg="mod">
          <ac:chgData name="Raheem Abdur" userId="8a676866-1d58-4594-b91a-017db1e03f85" providerId="ADAL" clId="{8C517D93-3571-4A81-BC4B-E57B6ACDFD9C}" dt="2026-04-28T09:43:04.171" v="68" actId="1036"/>
          <ac:grpSpMkLst>
            <pc:docMk/>
            <pc:sldMk cId="275370146" sldId="290"/>
            <ac:grpSpMk id="84" creationId="{5C320F1E-BE14-984A-76B7-6D5737ED6032}"/>
          </ac:grpSpMkLst>
        </pc:grpChg>
        <pc:grpChg chg="del">
          <ac:chgData name="Raheem Abdur" userId="8a676866-1d58-4594-b91a-017db1e03f85" providerId="ADAL" clId="{8C517D93-3571-4A81-BC4B-E57B6ACDFD9C}" dt="2026-04-28T09:45:29.726" v="142" actId="478"/>
          <ac:grpSpMkLst>
            <pc:docMk/>
            <pc:sldMk cId="275370146" sldId="290"/>
            <ac:grpSpMk id="103" creationId="{4313452A-36B9-6D8A-432D-6D27A0A5CC97}"/>
          </ac:grpSpMkLst>
        </pc:grpChg>
        <pc:picChg chg="add mod">
          <ac:chgData name="Raheem Abdur" userId="8a676866-1d58-4594-b91a-017db1e03f85" providerId="ADAL" clId="{8C517D93-3571-4A81-BC4B-E57B6ACDFD9C}" dt="2026-04-28T09:44:23.952" v="125" actId="1076"/>
          <ac:picMkLst>
            <pc:docMk/>
            <pc:sldMk cId="275370146" sldId="290"/>
            <ac:picMk id="7" creationId="{F5C22CEA-AFB6-E9D6-4371-8AD7F75739FE}"/>
          </ac:picMkLst>
        </pc:picChg>
        <pc:picChg chg="add mod">
          <ac:chgData name="Raheem Abdur" userId="8a676866-1d58-4594-b91a-017db1e03f85" providerId="ADAL" clId="{8C517D93-3571-4A81-BC4B-E57B6ACDFD9C}" dt="2026-04-28T09:50:24.213" v="277" actId="1076"/>
          <ac:picMkLst>
            <pc:docMk/>
            <pc:sldMk cId="275370146" sldId="290"/>
            <ac:picMk id="23" creationId="{EAEBBA67-C68F-0327-3AE1-3EB787B30B42}"/>
          </ac:picMkLst>
        </pc:picChg>
        <pc:picChg chg="del">
          <ac:chgData name="Raheem Abdur" userId="8a676866-1d58-4594-b91a-017db1e03f85" providerId="ADAL" clId="{8C517D93-3571-4A81-BC4B-E57B6ACDFD9C}" dt="2026-04-28T09:44:04.429" v="123" actId="478"/>
          <ac:picMkLst>
            <pc:docMk/>
            <pc:sldMk cId="275370146" sldId="290"/>
            <ac:picMk id="74" creationId="{F5D265AD-9F79-91FE-8317-A489B33400DC}"/>
          </ac:picMkLst>
        </pc:picChg>
        <pc:picChg chg="mod">
          <ac:chgData name="Raheem Abdur" userId="8a676866-1d58-4594-b91a-017db1e03f85" providerId="ADAL" clId="{8C517D93-3571-4A81-BC4B-E57B6ACDFD9C}" dt="2026-04-28T09:43:04.171" v="68" actId="1036"/>
          <ac:picMkLst>
            <pc:docMk/>
            <pc:sldMk cId="275370146" sldId="290"/>
            <ac:picMk id="81" creationId="{3C9BEFF0-4523-7DB3-9E29-56B2C1C50B8E}"/>
          </ac:picMkLst>
        </pc:picChg>
        <pc:picChg chg="mod">
          <ac:chgData name="Raheem Abdur" userId="8a676866-1d58-4594-b91a-017db1e03f85" providerId="ADAL" clId="{8C517D93-3571-4A81-BC4B-E57B6ACDFD9C}" dt="2026-04-28T09:48:41.379" v="274" actId="1036"/>
          <ac:picMkLst>
            <pc:docMk/>
            <pc:sldMk cId="275370146" sldId="290"/>
            <ac:picMk id="86" creationId="{D8F78ED0-E4AA-AB09-F10D-40DBC4ACCD9F}"/>
          </ac:picMkLst>
        </pc:picChg>
        <pc:picChg chg="del">
          <ac:chgData name="Raheem Abdur" userId="8a676866-1d58-4594-b91a-017db1e03f85" providerId="ADAL" clId="{8C517D93-3571-4A81-BC4B-E57B6ACDFD9C}" dt="2026-04-28T09:42:48.678" v="34" actId="478"/>
          <ac:picMkLst>
            <pc:docMk/>
            <pc:sldMk cId="275370146" sldId="290"/>
            <ac:picMk id="87" creationId="{245D2575-D83C-B021-5B56-1D8AF08B8141}"/>
          </ac:picMkLst>
        </pc:picChg>
        <pc:picChg chg="del">
          <ac:chgData name="Raheem Abdur" userId="8a676866-1d58-4594-b91a-017db1e03f85" providerId="ADAL" clId="{8C517D93-3571-4A81-BC4B-E57B6ACDFD9C}" dt="2026-04-28T09:43:50.664" v="122" actId="478"/>
          <ac:picMkLst>
            <pc:docMk/>
            <pc:sldMk cId="275370146" sldId="290"/>
            <ac:picMk id="105" creationId="{DD42FA53-AF5E-6DFD-283C-F8D1BE3389AF}"/>
          </ac:picMkLst>
        </pc:picChg>
      </pc:sldChg>
      <pc:sldChg chg="delSp add del mod setBg">
        <pc:chgData name="Raheem Abdur" userId="8a676866-1d58-4594-b91a-017db1e03f85" providerId="ADAL" clId="{8C517D93-3571-4A81-BC4B-E57B6ACDFD9C}" dt="2026-04-28T09:47:32.411" v="241" actId="478"/>
        <pc:sldMkLst>
          <pc:docMk/>
          <pc:sldMk cId="0" sldId="292"/>
        </pc:sldMkLst>
        <pc:picChg chg="del">
          <ac:chgData name="Raheem Abdur" userId="8a676866-1d58-4594-b91a-017db1e03f85" providerId="ADAL" clId="{8C517D93-3571-4A81-BC4B-E57B6ACDFD9C}" dt="2026-04-28T09:47:32.411" v="241" actId="478"/>
          <ac:picMkLst>
            <pc:docMk/>
            <pc:sldMk cId="0" sldId="292"/>
            <ac:picMk id="12" creationId="{F34E2001-A123-C0CD-A0E7-BC3E48CA0D3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DF0C7D-1A24-7656-E3D0-4A887A85F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2971" cy="34075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58444-9D57-AA28-6033-63D06EBDF9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5258" y="1"/>
            <a:ext cx="4302971" cy="340757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2B9E3B77-D9CC-4933-AE9F-071B20E25D9A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13CDC-DA0A-6BAA-176C-3AAAF182FD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6458508"/>
            <a:ext cx="4302971" cy="34075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95129-0C7F-A228-C772-75E994300A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5258" y="6458508"/>
            <a:ext cx="4302971" cy="340756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DC2119F0-826C-4D80-BAB5-13FB8F2D03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84568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2" userDrawn="1">
          <p15:clr>
            <a:srgbClr val="F26B43"/>
          </p15:clr>
        </p15:guide>
        <p15:guide id="2" pos="312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6"/>
            <a:ext cx="4302918" cy="341144"/>
          </a:xfrm>
          <a:prstGeom prst="rect">
            <a:avLst/>
          </a:prstGeom>
        </p:spPr>
        <p:txBody>
          <a:bodyPr vert="horz" lIns="96903" tIns="48452" rIns="96903" bIns="48452" rtlCol="0"/>
          <a:lstStyle>
            <a:lvl1pPr algn="r">
              <a:defRPr sz="1200"/>
            </a:lvl1pPr>
          </a:lstStyle>
          <a:p>
            <a:endParaRPr lang="ar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4603" y="6"/>
            <a:ext cx="4302918" cy="341144"/>
          </a:xfrm>
          <a:prstGeom prst="rect">
            <a:avLst/>
          </a:prstGeom>
        </p:spPr>
        <p:txBody>
          <a:bodyPr vert="horz" lIns="96903" tIns="48452" rIns="96903" bIns="48452" rtlCol="0"/>
          <a:lstStyle>
            <a:lvl1pPr algn="l">
              <a:defRPr sz="1200"/>
            </a:lvl1pPr>
          </a:lstStyle>
          <a:p>
            <a:fld id="{1F238769-3EAA-4ACC-86AC-B78B062A20ED}" type="datetimeFigureOut">
              <a:rPr lang="ar-AE" smtClean="0"/>
              <a:t>12/11/1447</a:t>
            </a:fld>
            <a:endParaRPr lang="ar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903" tIns="48452" rIns="96903" bIns="48452" rtlCol="0" anchor="ctr"/>
          <a:lstStyle/>
          <a:p>
            <a:endParaRPr lang="ar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982" y="3272148"/>
            <a:ext cx="7943850" cy="2677211"/>
          </a:xfrm>
          <a:prstGeom prst="rect">
            <a:avLst/>
          </a:prstGeom>
        </p:spPr>
        <p:txBody>
          <a:bodyPr vert="horz" lIns="96903" tIns="48452" rIns="96903" bIns="4845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6458123"/>
            <a:ext cx="4302918" cy="341143"/>
          </a:xfrm>
          <a:prstGeom prst="rect">
            <a:avLst/>
          </a:prstGeom>
        </p:spPr>
        <p:txBody>
          <a:bodyPr vert="horz" lIns="96903" tIns="48452" rIns="96903" bIns="48452" rtlCol="0" anchor="b"/>
          <a:lstStyle>
            <a:lvl1pPr algn="r">
              <a:defRPr sz="1200"/>
            </a:lvl1pPr>
          </a:lstStyle>
          <a:p>
            <a:endParaRPr lang="ar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4603" y="6458123"/>
            <a:ext cx="4302918" cy="341143"/>
          </a:xfrm>
          <a:prstGeom prst="rect">
            <a:avLst/>
          </a:prstGeom>
        </p:spPr>
        <p:txBody>
          <a:bodyPr vert="horz" lIns="96903" tIns="48452" rIns="96903" bIns="48452" rtlCol="0" anchor="b"/>
          <a:lstStyle>
            <a:lvl1pPr algn="l">
              <a:defRPr sz="1200"/>
            </a:lvl1pPr>
          </a:lstStyle>
          <a:p>
            <a:fld id="{494C8CBA-266F-4876-AD4F-DEF3C4BDB7F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49655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 defTabSz="974657">
              <a:defRPr/>
            </a:pPr>
            <a:fld id="{0A238BC4-FED7-A44D-B975-551B6DB9CF5A}" type="slidenum">
              <a:rPr lang="fr-FR">
                <a:solidFill>
                  <a:prstClr val="black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rPr>
              <a:pPr algn="r" defTabSz="974657">
                <a:defRPr/>
              </a:pPr>
              <a:t>1</a:t>
            </a:fld>
            <a:endParaRPr lang="fr-FR">
              <a:solidFill>
                <a:prstClr val="black"/>
              </a:solidFill>
              <a:latin typeface="Avenir Next LT Pro Light" panose="020B0304020202020204" pitchFamily="34" charset="0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91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8A426B-79B0-42A2-B72E-4FCC1662C1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119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4" Type="http://schemas.openxmlformats.org/officeDocument/2006/relationships/image" Target="../media/image1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4" Type="http://schemas.openxmlformats.org/officeDocument/2006/relationships/image" Target="../media/image1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4" Type="http://schemas.openxmlformats.org/officeDocument/2006/relationships/image" Target="../media/image1.emf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4" Type="http://schemas.openxmlformats.org/officeDocument/2006/relationships/image" Target="../media/image1.emf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4" Type="http://schemas.openxmlformats.org/officeDocument/2006/relationships/image" Target="../media/image1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4" Type="http://schemas.openxmlformats.org/officeDocument/2006/relationships/image" Target="../media/image1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4" Type="http://schemas.openxmlformats.org/officeDocument/2006/relationships/image" Target="../media/image1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Relationship Id="rId4" Type="http://schemas.openxmlformats.org/officeDocument/2006/relationships/image" Target="../media/image1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Relationship Id="rId4" Type="http://schemas.openxmlformats.org/officeDocument/2006/relationships/image" Target="../media/image1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Relationship Id="rId4" Type="http://schemas.openxmlformats.org/officeDocument/2006/relationships/image" Target="../media/image1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6.xml"/><Relationship Id="rId4" Type="http://schemas.openxmlformats.org/officeDocument/2006/relationships/image" Target="../media/image1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Relationship Id="rId4" Type="http://schemas.openxmlformats.org/officeDocument/2006/relationships/image" Target="../media/image1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8.xml"/><Relationship Id="rId4" Type="http://schemas.openxmlformats.org/officeDocument/2006/relationships/image" Target="../media/image1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3.xml"/><Relationship Id="rId4" Type="http://schemas.openxmlformats.org/officeDocument/2006/relationships/image" Target="../media/image1.emf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4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7.bin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7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0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1.xml"/><Relationship Id="rId4" Type="http://schemas.openxmlformats.org/officeDocument/2006/relationships/image" Target="../media/image1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2.xml"/><Relationship Id="rId4" Type="http://schemas.openxmlformats.org/officeDocument/2006/relationships/image" Target="../media/image1.emf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3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7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6.xml"/><Relationship Id="rId4" Type="http://schemas.openxmlformats.org/officeDocument/2006/relationships/image" Target="../media/image1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0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2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3.xml"/><Relationship Id="rId4" Type="http://schemas.openxmlformats.org/officeDocument/2006/relationships/image" Target="../media/image1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4.xml"/><Relationship Id="rId4" Type="http://schemas.openxmlformats.org/officeDocument/2006/relationships/image" Target="../media/image1.emf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7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8.xml"/><Relationship Id="rId4" Type="http://schemas.openxmlformats.org/officeDocument/2006/relationships/image" Target="../media/image1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9.xml"/><Relationship Id="rId4" Type="http://schemas.openxmlformats.org/officeDocument/2006/relationships/image" Target="../media/image1.emf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0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2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3.xml"/><Relationship Id="rId4" Type="http://schemas.openxmlformats.org/officeDocument/2006/relationships/image" Target="../media/image1.emf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4.xml"/><Relationship Id="rId4" Type="http://schemas.openxmlformats.org/officeDocument/2006/relationships/image" Target="../media/image1.emf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7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8.xml"/><Relationship Id="rId4" Type="http://schemas.openxmlformats.org/officeDocument/2006/relationships/image" Target="../media/image1.emf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9.xml"/><Relationship Id="rId4" Type="http://schemas.openxmlformats.org/officeDocument/2006/relationships/image" Target="../media/image1.emf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0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2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3.xml"/><Relationship Id="rId4" Type="http://schemas.openxmlformats.org/officeDocument/2006/relationships/image" Target="../media/image1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4.xml"/><Relationship Id="rId4" Type="http://schemas.openxmlformats.org/officeDocument/2006/relationships/image" Target="../media/image1.emf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5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9.xml"/><Relationship Id="rId4" Type="http://schemas.openxmlformats.org/officeDocument/2006/relationships/image" Target="../media/image1.emf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0.xml"/><Relationship Id="rId4" Type="http://schemas.openxmlformats.org/officeDocument/2006/relationships/image" Target="../media/image1.emf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1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3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4.xml"/><Relationship Id="rId4" Type="http://schemas.openxmlformats.org/officeDocument/2006/relationships/image" Target="../media/image1.emf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5.xml"/><Relationship Id="rId4" Type="http://schemas.openxmlformats.org/officeDocument/2006/relationships/image" Target="../media/image1.emf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6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9.xml"/><Relationship Id="rId4" Type="http://schemas.openxmlformats.org/officeDocument/2006/relationships/image" Target="../media/image1.emf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0.xml"/><Relationship Id="rId4" Type="http://schemas.openxmlformats.org/officeDocument/2006/relationships/image" Target="../media/image1.emf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1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3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4.xml"/><Relationship Id="rId4" Type="http://schemas.openxmlformats.org/officeDocument/2006/relationships/image" Target="../media/image1.emf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5.xml"/><Relationship Id="rId4" Type="http://schemas.openxmlformats.org/officeDocument/2006/relationships/image" Target="../media/image1.emf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6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9.xml"/><Relationship Id="rId4" Type="http://schemas.openxmlformats.org/officeDocument/2006/relationships/image" Target="../media/image1.emf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0.xml"/><Relationship Id="rId4" Type="http://schemas.openxmlformats.org/officeDocument/2006/relationships/image" Target="../media/image1.emf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1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3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5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7.xml"/><Relationship Id="rId4" Type="http://schemas.openxmlformats.org/officeDocument/2006/relationships/image" Target="../media/image1.emf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8.xml"/><Relationship Id="rId4" Type="http://schemas.openxmlformats.org/officeDocument/2006/relationships/image" Target="../media/image1.emf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9.xml"/><Relationship Id="rId5" Type="http://schemas.openxmlformats.org/officeDocument/2006/relationships/image" Target="../media/image3.png"/><Relationship Id="rId4" Type="http://schemas.openxmlformats.org/officeDocument/2006/relationships/image" Target="../media/image9.emf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0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1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7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bfusc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554740" y="6501672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err="1"/>
              <a:t>Bpxona</a:t>
            </a:r>
            <a:r>
              <a:rPr lang="en-US" sz="800"/>
              <a:t> …</a:t>
            </a:r>
          </a:p>
        </p:txBody>
      </p: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079CB140-BAC8-4306-9218-DB71A2E467D4}"/>
              </a:ext>
            </a:extLst>
          </p:cNvPr>
          <p:cNvCxnSpPr/>
          <p:nvPr userDrawn="1">
            <p:custDataLst>
              <p:tags r:id="rId2"/>
            </p:custDataLst>
          </p:nvPr>
        </p:nvCxnSpPr>
        <p:spPr>
          <a:xfrm>
            <a:off x="554739" y="640931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TopLine">
            <a:extLst>
              <a:ext uri="{FF2B5EF4-FFF2-40B4-BE49-F238E27FC236}">
                <a16:creationId xmlns:a16="http://schemas.microsoft.com/office/drawing/2014/main" id="{A1F98388-DE29-4ACA-AABF-E5173B62D5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554739" y="1120362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77C507D7-520D-4E9C-82D2-A7769F317D40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554736" y="1122543"/>
            <a:ext cx="1108252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/>
              <a:t>Enter slide sub-title here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0C14DA-2C86-4711-B72B-248BD5871AA3}"/>
              </a:ext>
            </a:extLst>
          </p:cNvPr>
          <p:cNvCxnSpPr/>
          <p:nvPr userDrawn="1"/>
        </p:nvCxnSpPr>
        <p:spPr>
          <a:xfrm>
            <a:off x="10157650" y="5725471"/>
            <a:ext cx="1709639" cy="170963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3A6BA9-1B3A-4662-B3F6-0E82DD5DF06F}"/>
              </a:ext>
            </a:extLst>
          </p:cNvPr>
          <p:cNvCxnSpPr/>
          <p:nvPr userDrawn="1"/>
        </p:nvCxnSpPr>
        <p:spPr>
          <a:xfrm>
            <a:off x="251650" y="-535633"/>
            <a:ext cx="1709639" cy="170963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22">
            <a:extLst>
              <a:ext uri="{FF2B5EF4-FFF2-40B4-BE49-F238E27FC236}">
                <a16:creationId xmlns:a16="http://schemas.microsoft.com/office/drawing/2014/main" id="{2E069D0B-24FB-41CE-A6D7-2294B7E31521}"/>
              </a:ext>
            </a:extLst>
          </p:cNvPr>
          <p:cNvSpPr>
            <a:spLocks/>
          </p:cNvSpPr>
          <p:nvPr userDrawn="1"/>
        </p:nvSpPr>
        <p:spPr>
          <a:xfrm flipH="1">
            <a:off x="11012470" y="2260602"/>
            <a:ext cx="1171293" cy="2336800"/>
          </a:xfrm>
          <a:custGeom>
            <a:avLst/>
            <a:gdLst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7903028 w 7903028"/>
              <a:gd name="connsiteY2" fmla="*/ 3951514 h 7903028"/>
              <a:gd name="connsiteX3" fmla="*/ 3951514 w 7903028"/>
              <a:gd name="connsiteY3" fmla="*/ 7903028 h 7903028"/>
              <a:gd name="connsiteX4" fmla="*/ 0 w 7903028"/>
              <a:gd name="connsiteY4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3951514 w 7903028"/>
              <a:gd name="connsiteY4" fmla="*/ 7903028 h 7903028"/>
              <a:gd name="connsiteX5" fmla="*/ 0 w 7903028"/>
              <a:gd name="connsiteY5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4475060 w 7903028"/>
              <a:gd name="connsiteY4" fmla="*/ 7380514 h 7903028"/>
              <a:gd name="connsiteX5" fmla="*/ 3951514 w 7903028"/>
              <a:gd name="connsiteY5" fmla="*/ 7903028 h 7903028"/>
              <a:gd name="connsiteX6" fmla="*/ 0 w 7903028"/>
              <a:gd name="connsiteY6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4475060 w 7903028"/>
              <a:gd name="connsiteY4" fmla="*/ 7380514 h 7903028"/>
              <a:gd name="connsiteX5" fmla="*/ 4475060 w 7903028"/>
              <a:gd name="connsiteY5" fmla="*/ 7380514 h 7903028"/>
              <a:gd name="connsiteX6" fmla="*/ 3951514 w 7903028"/>
              <a:gd name="connsiteY6" fmla="*/ 7903028 h 7903028"/>
              <a:gd name="connsiteX7" fmla="*/ 0 w 7903028"/>
              <a:gd name="connsiteY7" fmla="*/ 3951514 h 7903028"/>
              <a:gd name="connsiteX0" fmla="*/ 3951514 w 7903028"/>
              <a:gd name="connsiteY0" fmla="*/ 7903028 h 7994468"/>
              <a:gd name="connsiteX1" fmla="*/ 0 w 7903028"/>
              <a:gd name="connsiteY1" fmla="*/ 3951514 h 7994468"/>
              <a:gd name="connsiteX2" fmla="*/ 3951514 w 7903028"/>
              <a:gd name="connsiteY2" fmla="*/ 0 h 7994468"/>
              <a:gd name="connsiteX3" fmla="*/ 4465535 w 7903028"/>
              <a:gd name="connsiteY3" fmla="*/ 522514 h 7994468"/>
              <a:gd name="connsiteX4" fmla="*/ 7903028 w 7903028"/>
              <a:gd name="connsiteY4" fmla="*/ 3951514 h 7994468"/>
              <a:gd name="connsiteX5" fmla="*/ 4475060 w 7903028"/>
              <a:gd name="connsiteY5" fmla="*/ 7380514 h 7994468"/>
              <a:gd name="connsiteX6" fmla="*/ 4475060 w 7903028"/>
              <a:gd name="connsiteY6" fmla="*/ 7380514 h 7994468"/>
              <a:gd name="connsiteX7" fmla="*/ 4042954 w 7903028"/>
              <a:gd name="connsiteY7" fmla="*/ 7994468 h 7994468"/>
              <a:gd name="connsiteX0" fmla="*/ 3951514 w 7903028"/>
              <a:gd name="connsiteY0" fmla="*/ 7903028 h 7903028"/>
              <a:gd name="connsiteX1" fmla="*/ 0 w 7903028"/>
              <a:gd name="connsiteY1" fmla="*/ 3951514 h 7903028"/>
              <a:gd name="connsiteX2" fmla="*/ 3951514 w 7903028"/>
              <a:gd name="connsiteY2" fmla="*/ 0 h 7903028"/>
              <a:gd name="connsiteX3" fmla="*/ 4465535 w 7903028"/>
              <a:gd name="connsiteY3" fmla="*/ 522514 h 7903028"/>
              <a:gd name="connsiteX4" fmla="*/ 7903028 w 7903028"/>
              <a:gd name="connsiteY4" fmla="*/ 3951514 h 7903028"/>
              <a:gd name="connsiteX5" fmla="*/ 4475060 w 7903028"/>
              <a:gd name="connsiteY5" fmla="*/ 7380514 h 7903028"/>
              <a:gd name="connsiteX6" fmla="*/ 4475060 w 7903028"/>
              <a:gd name="connsiteY6" fmla="*/ 7380514 h 7903028"/>
              <a:gd name="connsiteX0" fmla="*/ 0 w 3951514"/>
              <a:gd name="connsiteY0" fmla="*/ 7903028 h 7903028"/>
              <a:gd name="connsiteX1" fmla="*/ 0 w 3951514"/>
              <a:gd name="connsiteY1" fmla="*/ 0 h 7903028"/>
              <a:gd name="connsiteX2" fmla="*/ 514021 w 3951514"/>
              <a:gd name="connsiteY2" fmla="*/ 522514 h 7903028"/>
              <a:gd name="connsiteX3" fmla="*/ 3951514 w 3951514"/>
              <a:gd name="connsiteY3" fmla="*/ 3951514 h 7903028"/>
              <a:gd name="connsiteX4" fmla="*/ 523546 w 3951514"/>
              <a:gd name="connsiteY4" fmla="*/ 7380514 h 7903028"/>
              <a:gd name="connsiteX5" fmla="*/ 523546 w 3951514"/>
              <a:gd name="connsiteY5" fmla="*/ 7380514 h 7903028"/>
              <a:gd name="connsiteX0" fmla="*/ 0 w 3951514"/>
              <a:gd name="connsiteY0" fmla="*/ 7380514 h 7380514"/>
              <a:gd name="connsiteX1" fmla="*/ 514021 w 3951514"/>
              <a:gd name="connsiteY1" fmla="*/ 0 h 7380514"/>
              <a:gd name="connsiteX2" fmla="*/ 3951514 w 3951514"/>
              <a:gd name="connsiteY2" fmla="*/ 3429000 h 7380514"/>
              <a:gd name="connsiteX3" fmla="*/ 523546 w 3951514"/>
              <a:gd name="connsiteY3" fmla="*/ 6858000 h 7380514"/>
              <a:gd name="connsiteX4" fmla="*/ 523546 w 3951514"/>
              <a:gd name="connsiteY4" fmla="*/ 6858000 h 7380514"/>
              <a:gd name="connsiteX0" fmla="*/ 0 w 3437493"/>
              <a:gd name="connsiteY0" fmla="*/ 0 h 6858000"/>
              <a:gd name="connsiteX1" fmla="*/ 3437493 w 3437493"/>
              <a:gd name="connsiteY1" fmla="*/ 3429000 h 6858000"/>
              <a:gd name="connsiteX2" fmla="*/ 9525 w 3437493"/>
              <a:gd name="connsiteY2" fmla="*/ 6858000 h 6858000"/>
              <a:gd name="connsiteX3" fmla="*/ 9525 w 343749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7493" h="6858000">
                <a:moveTo>
                  <a:pt x="0" y="0"/>
                </a:moveTo>
                <a:lnTo>
                  <a:pt x="3437493" y="3429000"/>
                </a:lnTo>
                <a:lnTo>
                  <a:pt x="9525" y="6858000"/>
                </a:lnTo>
                <a:lnTo>
                  <a:pt x="9525" y="685800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4B26D50-A9D2-471D-8CB0-B094D0EB5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32" y="400809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200" dirty="0"/>
            </a:lvl1pPr>
          </a:lstStyle>
          <a:p>
            <a:pPr marL="0" lvl="0"/>
            <a:r>
              <a:rPr lang="en-US"/>
              <a:t>Enter slide title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B611D1-B714-4385-A77B-863F9266B15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54731" y="6501386"/>
            <a:ext cx="6967731" cy="110800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US"/>
              <a:t>Enter source here</a:t>
            </a:r>
          </a:p>
        </p:txBody>
      </p:sp>
    </p:spTree>
    <p:extLst>
      <p:ext uri="{BB962C8B-B14F-4D97-AF65-F5344CB8AC3E}">
        <p14:creationId xmlns:p14="http://schemas.microsoft.com/office/powerpoint/2010/main" val="134692969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En">
  <p:cSld name="Content - En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p10"/>
          <p:cNvSpPr txBox="1"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venir"/>
              <a:buNone/>
              <a:defRPr sz="2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1" name="Google Shape;2451;p10"/>
          <p:cNvSpPr txBox="1">
            <a:spLocks noGrp="1"/>
          </p:cNvSpPr>
          <p:nvPr>
            <p:ph type="body" idx="1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2pPr>
            <a:lvl3pPr marL="137160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/>
            </a:lvl3pPr>
            <a:lvl4pPr marL="182880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/>
            </a:lvl4pPr>
            <a:lvl5pPr marL="228600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79495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713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04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0013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89A8CE-377D-4B70-A044-B5B63794CD49}"/>
              </a:ext>
            </a:extLst>
          </p:cNvPr>
          <p:cNvSpPr>
            <a:spLocks/>
          </p:cNvSpPr>
          <p:nvPr userDrawn="1"/>
        </p:nvSpPr>
        <p:spPr bwMode="gray">
          <a:xfrm>
            <a:off x="0" y="1524001"/>
            <a:ext cx="3179676" cy="5333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>
            <a:spLocks/>
          </p:cNvSpPr>
          <p:nvPr userDrawn="1"/>
        </p:nvSpPr>
        <p:spPr bwMode="gray">
          <a:xfrm>
            <a:off x="0" y="-1587"/>
            <a:ext cx="12192000" cy="1525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1" y="381000"/>
            <a:ext cx="80010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EC71-4DD6-4DF6-BCAF-2E2E1CED7F8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71475" y="6226175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Avenir Next LT Pro Regular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>
              <a:solidFill>
                <a:schemeClr val="tx1">
                  <a:lumMod val="100000"/>
                </a:schemeClr>
              </a:solidFill>
              <a:latin typeface="Avenir Next LT Pro 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781C3-0962-F9C2-D3B4-74566AA301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62000" y="6384543"/>
            <a:ext cx="765175" cy="9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22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969696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O 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55C5B1-D799-56B2-BD6F-D0015683AC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55C5B1-D799-56B2-BD6F-D0015683A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0E4EF9-341E-65E9-8A90-EB64A30C15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6CCF386B-6C98-6438-1921-6BC66FF14CED}"/>
              </a:ext>
            </a:extLst>
          </p:cNvPr>
          <p:cNvSpPr/>
          <p:nvPr userDrawn="1"/>
        </p:nvSpPr>
        <p:spPr>
          <a:xfrm>
            <a:off x="8473089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64789D-8061-834F-65DD-79CFBEC413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3170" y="2161822"/>
            <a:ext cx="3323077" cy="25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6208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8763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91994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9994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1128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6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0013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err="1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89A8CE-377D-4B70-A044-B5B63794CD49}"/>
              </a:ext>
            </a:extLst>
          </p:cNvPr>
          <p:cNvSpPr>
            <a:spLocks/>
          </p:cNvSpPr>
          <p:nvPr userDrawn="1"/>
        </p:nvSpPr>
        <p:spPr bwMode="gray">
          <a:xfrm>
            <a:off x="0" y="1524001"/>
            <a:ext cx="3179676" cy="5333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>
            <a:spLocks/>
          </p:cNvSpPr>
          <p:nvPr userDrawn="1"/>
        </p:nvSpPr>
        <p:spPr bwMode="gray">
          <a:xfrm>
            <a:off x="0" y="-1587"/>
            <a:ext cx="12192000" cy="1525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1" y="381000"/>
            <a:ext cx="80010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EC71-4DD6-4DF6-BCAF-2E2E1CED7F8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71475" y="6226175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Avenir Next LT Pro Regular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>
              <a:solidFill>
                <a:schemeClr val="tx1">
                  <a:lumMod val="100000"/>
                </a:schemeClr>
              </a:solidFill>
              <a:latin typeface="Avenir Next LT Pro 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781C3-0962-F9C2-D3B4-74566AA301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62000" y="6384543"/>
            <a:ext cx="765175" cy="9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2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969696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158260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bfusc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554740" y="6501672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Bpxona …</a:t>
            </a:r>
          </a:p>
        </p:txBody>
      </p: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079CB140-BAC8-4306-9218-DB71A2E467D4}"/>
              </a:ext>
            </a:extLst>
          </p:cNvPr>
          <p:cNvCxnSpPr/>
          <p:nvPr userDrawn="1">
            <p:custDataLst>
              <p:tags r:id="rId2"/>
            </p:custDataLst>
          </p:nvPr>
        </p:nvCxnSpPr>
        <p:spPr>
          <a:xfrm>
            <a:off x="554739" y="640931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TopLine">
            <a:extLst>
              <a:ext uri="{FF2B5EF4-FFF2-40B4-BE49-F238E27FC236}">
                <a16:creationId xmlns:a16="http://schemas.microsoft.com/office/drawing/2014/main" id="{A1F98388-DE29-4ACA-AABF-E5173B62D5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554739" y="1120362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77C507D7-520D-4E9C-82D2-A7769F317D40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4"/>
            </p:custDataLst>
          </p:nvPr>
        </p:nvSpPr>
        <p:spPr>
          <a:xfrm>
            <a:off x="554736" y="1122543"/>
            <a:ext cx="1108252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/>
              <a:t>Enter slide sub-title here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0C14DA-2C86-4711-B72B-248BD5871AA3}"/>
              </a:ext>
            </a:extLst>
          </p:cNvPr>
          <p:cNvCxnSpPr/>
          <p:nvPr userDrawn="1"/>
        </p:nvCxnSpPr>
        <p:spPr>
          <a:xfrm>
            <a:off x="10157650" y="5725471"/>
            <a:ext cx="1709639" cy="170963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3A6BA9-1B3A-4662-B3F6-0E82DD5DF06F}"/>
              </a:ext>
            </a:extLst>
          </p:cNvPr>
          <p:cNvCxnSpPr/>
          <p:nvPr userDrawn="1"/>
        </p:nvCxnSpPr>
        <p:spPr>
          <a:xfrm>
            <a:off x="251650" y="-535633"/>
            <a:ext cx="1709639" cy="170963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22">
            <a:extLst>
              <a:ext uri="{FF2B5EF4-FFF2-40B4-BE49-F238E27FC236}">
                <a16:creationId xmlns:a16="http://schemas.microsoft.com/office/drawing/2014/main" id="{2E069D0B-24FB-41CE-A6D7-2294B7E31521}"/>
              </a:ext>
            </a:extLst>
          </p:cNvPr>
          <p:cNvSpPr>
            <a:spLocks/>
          </p:cNvSpPr>
          <p:nvPr userDrawn="1"/>
        </p:nvSpPr>
        <p:spPr>
          <a:xfrm flipH="1">
            <a:off x="11012470" y="2260602"/>
            <a:ext cx="1171293" cy="2336800"/>
          </a:xfrm>
          <a:custGeom>
            <a:avLst/>
            <a:gdLst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7903028 w 7903028"/>
              <a:gd name="connsiteY2" fmla="*/ 3951514 h 7903028"/>
              <a:gd name="connsiteX3" fmla="*/ 3951514 w 7903028"/>
              <a:gd name="connsiteY3" fmla="*/ 7903028 h 7903028"/>
              <a:gd name="connsiteX4" fmla="*/ 0 w 7903028"/>
              <a:gd name="connsiteY4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3951514 w 7903028"/>
              <a:gd name="connsiteY4" fmla="*/ 7903028 h 7903028"/>
              <a:gd name="connsiteX5" fmla="*/ 0 w 7903028"/>
              <a:gd name="connsiteY5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4475060 w 7903028"/>
              <a:gd name="connsiteY4" fmla="*/ 7380514 h 7903028"/>
              <a:gd name="connsiteX5" fmla="*/ 3951514 w 7903028"/>
              <a:gd name="connsiteY5" fmla="*/ 7903028 h 7903028"/>
              <a:gd name="connsiteX6" fmla="*/ 0 w 7903028"/>
              <a:gd name="connsiteY6" fmla="*/ 3951514 h 7903028"/>
              <a:gd name="connsiteX0" fmla="*/ 0 w 7903028"/>
              <a:gd name="connsiteY0" fmla="*/ 3951514 h 7903028"/>
              <a:gd name="connsiteX1" fmla="*/ 3951514 w 7903028"/>
              <a:gd name="connsiteY1" fmla="*/ 0 h 7903028"/>
              <a:gd name="connsiteX2" fmla="*/ 4465535 w 7903028"/>
              <a:gd name="connsiteY2" fmla="*/ 522514 h 7903028"/>
              <a:gd name="connsiteX3" fmla="*/ 7903028 w 7903028"/>
              <a:gd name="connsiteY3" fmla="*/ 3951514 h 7903028"/>
              <a:gd name="connsiteX4" fmla="*/ 4475060 w 7903028"/>
              <a:gd name="connsiteY4" fmla="*/ 7380514 h 7903028"/>
              <a:gd name="connsiteX5" fmla="*/ 4475060 w 7903028"/>
              <a:gd name="connsiteY5" fmla="*/ 7380514 h 7903028"/>
              <a:gd name="connsiteX6" fmla="*/ 3951514 w 7903028"/>
              <a:gd name="connsiteY6" fmla="*/ 7903028 h 7903028"/>
              <a:gd name="connsiteX7" fmla="*/ 0 w 7903028"/>
              <a:gd name="connsiteY7" fmla="*/ 3951514 h 7903028"/>
              <a:gd name="connsiteX0" fmla="*/ 3951514 w 7903028"/>
              <a:gd name="connsiteY0" fmla="*/ 7903028 h 7994468"/>
              <a:gd name="connsiteX1" fmla="*/ 0 w 7903028"/>
              <a:gd name="connsiteY1" fmla="*/ 3951514 h 7994468"/>
              <a:gd name="connsiteX2" fmla="*/ 3951514 w 7903028"/>
              <a:gd name="connsiteY2" fmla="*/ 0 h 7994468"/>
              <a:gd name="connsiteX3" fmla="*/ 4465535 w 7903028"/>
              <a:gd name="connsiteY3" fmla="*/ 522514 h 7994468"/>
              <a:gd name="connsiteX4" fmla="*/ 7903028 w 7903028"/>
              <a:gd name="connsiteY4" fmla="*/ 3951514 h 7994468"/>
              <a:gd name="connsiteX5" fmla="*/ 4475060 w 7903028"/>
              <a:gd name="connsiteY5" fmla="*/ 7380514 h 7994468"/>
              <a:gd name="connsiteX6" fmla="*/ 4475060 w 7903028"/>
              <a:gd name="connsiteY6" fmla="*/ 7380514 h 7994468"/>
              <a:gd name="connsiteX7" fmla="*/ 4042954 w 7903028"/>
              <a:gd name="connsiteY7" fmla="*/ 7994468 h 7994468"/>
              <a:gd name="connsiteX0" fmla="*/ 3951514 w 7903028"/>
              <a:gd name="connsiteY0" fmla="*/ 7903028 h 7903028"/>
              <a:gd name="connsiteX1" fmla="*/ 0 w 7903028"/>
              <a:gd name="connsiteY1" fmla="*/ 3951514 h 7903028"/>
              <a:gd name="connsiteX2" fmla="*/ 3951514 w 7903028"/>
              <a:gd name="connsiteY2" fmla="*/ 0 h 7903028"/>
              <a:gd name="connsiteX3" fmla="*/ 4465535 w 7903028"/>
              <a:gd name="connsiteY3" fmla="*/ 522514 h 7903028"/>
              <a:gd name="connsiteX4" fmla="*/ 7903028 w 7903028"/>
              <a:gd name="connsiteY4" fmla="*/ 3951514 h 7903028"/>
              <a:gd name="connsiteX5" fmla="*/ 4475060 w 7903028"/>
              <a:gd name="connsiteY5" fmla="*/ 7380514 h 7903028"/>
              <a:gd name="connsiteX6" fmla="*/ 4475060 w 7903028"/>
              <a:gd name="connsiteY6" fmla="*/ 7380514 h 7903028"/>
              <a:gd name="connsiteX0" fmla="*/ 0 w 3951514"/>
              <a:gd name="connsiteY0" fmla="*/ 7903028 h 7903028"/>
              <a:gd name="connsiteX1" fmla="*/ 0 w 3951514"/>
              <a:gd name="connsiteY1" fmla="*/ 0 h 7903028"/>
              <a:gd name="connsiteX2" fmla="*/ 514021 w 3951514"/>
              <a:gd name="connsiteY2" fmla="*/ 522514 h 7903028"/>
              <a:gd name="connsiteX3" fmla="*/ 3951514 w 3951514"/>
              <a:gd name="connsiteY3" fmla="*/ 3951514 h 7903028"/>
              <a:gd name="connsiteX4" fmla="*/ 523546 w 3951514"/>
              <a:gd name="connsiteY4" fmla="*/ 7380514 h 7903028"/>
              <a:gd name="connsiteX5" fmla="*/ 523546 w 3951514"/>
              <a:gd name="connsiteY5" fmla="*/ 7380514 h 7903028"/>
              <a:gd name="connsiteX0" fmla="*/ 0 w 3951514"/>
              <a:gd name="connsiteY0" fmla="*/ 7380514 h 7380514"/>
              <a:gd name="connsiteX1" fmla="*/ 514021 w 3951514"/>
              <a:gd name="connsiteY1" fmla="*/ 0 h 7380514"/>
              <a:gd name="connsiteX2" fmla="*/ 3951514 w 3951514"/>
              <a:gd name="connsiteY2" fmla="*/ 3429000 h 7380514"/>
              <a:gd name="connsiteX3" fmla="*/ 523546 w 3951514"/>
              <a:gd name="connsiteY3" fmla="*/ 6858000 h 7380514"/>
              <a:gd name="connsiteX4" fmla="*/ 523546 w 3951514"/>
              <a:gd name="connsiteY4" fmla="*/ 6858000 h 7380514"/>
              <a:gd name="connsiteX0" fmla="*/ 0 w 3437493"/>
              <a:gd name="connsiteY0" fmla="*/ 0 h 6858000"/>
              <a:gd name="connsiteX1" fmla="*/ 3437493 w 3437493"/>
              <a:gd name="connsiteY1" fmla="*/ 3429000 h 6858000"/>
              <a:gd name="connsiteX2" fmla="*/ 9525 w 3437493"/>
              <a:gd name="connsiteY2" fmla="*/ 6858000 h 6858000"/>
              <a:gd name="connsiteX3" fmla="*/ 9525 w 343749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7493" h="6858000">
                <a:moveTo>
                  <a:pt x="0" y="0"/>
                </a:moveTo>
                <a:lnTo>
                  <a:pt x="3437493" y="3429000"/>
                </a:lnTo>
                <a:lnTo>
                  <a:pt x="9525" y="6858000"/>
                </a:lnTo>
                <a:lnTo>
                  <a:pt x="9525" y="685800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tx1">
                    <a:lumMod val="60000"/>
                    <a:lumOff val="4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4B26D50-A9D2-471D-8CB0-B094D0EB5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32" y="400809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3200" dirty="0"/>
            </a:lvl1pPr>
          </a:lstStyle>
          <a:p>
            <a:pPr marL="0" lvl="0"/>
            <a:r>
              <a:rPr lang="en-US"/>
              <a:t>Enter slide title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B611D1-B714-4385-A77B-863F9266B15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54731" y="6501386"/>
            <a:ext cx="6967731" cy="110800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US"/>
              <a:t>Enter source here</a:t>
            </a:r>
          </a:p>
        </p:txBody>
      </p:sp>
    </p:spTree>
    <p:extLst>
      <p:ext uri="{BB962C8B-B14F-4D97-AF65-F5344CB8AC3E}">
        <p14:creationId xmlns:p14="http://schemas.microsoft.com/office/powerpoint/2010/main" val="134692969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>
              <a:buFontTx/>
              <a:buChar char="–"/>
              <a:defRPr sz="2000">
                <a:latin typeface="+mn-lt"/>
              </a:defRPr>
            </a:lvl2pPr>
            <a:lvl3pPr marL="1143000" indent="-22860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7576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/>
            </a:lvl1pPr>
            <a:lvl2pPr marL="685800" indent="-228600">
              <a:buFont typeface="Wingdings" panose="05000000000000000000" pitchFamily="2" charset="2"/>
              <a:buChar char="§"/>
              <a:defRPr sz="1800"/>
            </a:lvl2pPr>
            <a:lvl3pPr marL="1143000" indent="-228600">
              <a:buFont typeface="Wingdings" panose="05000000000000000000" pitchFamily="2" charset="2"/>
              <a:buChar char="§"/>
              <a:defRPr sz="1600"/>
            </a:lvl3pPr>
            <a:lvl4pPr marL="1600200" indent="-228600">
              <a:buFont typeface="Wingdings" panose="05000000000000000000" pitchFamily="2" charset="2"/>
              <a:buChar char="§"/>
              <a:defRPr sz="1400"/>
            </a:lvl4pPr>
            <a:lvl5pPr marL="2057400" indent="-22860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021803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anchor="t">
            <a:normAutofit/>
          </a:bodyPr>
          <a:lstStyle>
            <a:lvl1pPr marL="514350" indent="-51435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9388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9F98A5-8D60-4693-A0CF-7BBB01C2973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800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218795"/>
          </a:xfrm>
        </p:spPr>
        <p:txBody>
          <a:bodyPr vert="horz" wrap="square">
            <a:spAutoFit/>
          </a:bodyPr>
          <a:lstStyle>
            <a:lvl1pPr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GB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GB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540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O 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55C5B1-D799-56B2-BD6F-D0015683AC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55C5B1-D799-56B2-BD6F-D0015683A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0E4EF9-341E-65E9-8A90-EB64A30C15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6CCF386B-6C98-6438-1921-6BC66FF14CED}"/>
              </a:ext>
            </a:extLst>
          </p:cNvPr>
          <p:cNvSpPr/>
          <p:nvPr userDrawn="1"/>
        </p:nvSpPr>
        <p:spPr>
          <a:xfrm>
            <a:off x="8473089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64789D-8061-834F-65DD-79CFBEC413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3170" y="2161822"/>
            <a:ext cx="3323077" cy="25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15422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1EE0289-6E20-F773-CF51-190F5F3A80C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6748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EE0289-6E20-F773-CF51-190F5F3A80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6B115C3-09F2-AC99-240A-9CA38B8ED417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1" name="Forme libre 9">
            <a:extLst>
              <a:ext uri="{FF2B5EF4-FFF2-40B4-BE49-F238E27FC236}">
                <a16:creationId xmlns:a16="http://schemas.microsoft.com/office/drawing/2014/main" id="{84C0846F-4E10-B571-ACA0-92203042C40E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56-4347-E085-F600-C209D3710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7230534" cy="1143000"/>
          </a:xfrm>
        </p:spPr>
        <p:txBody>
          <a:bodyPr vert="horz" rIns="0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3B5A1B9-0C03-F4FF-66FA-3187605452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960" y="5334000"/>
            <a:ext cx="2278039" cy="381000"/>
          </a:xfrm>
          <a:prstGeom prst="rect">
            <a:avLst/>
          </a:prstGeom>
        </p:spPr>
        <p:txBody>
          <a:bodyPr lIns="0"/>
          <a:lstStyle>
            <a:lvl1pPr marL="0" indent="0" rtl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E69053F-794D-9446-869F-E565B387F3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286000"/>
            <a:ext cx="5715000" cy="1143000"/>
          </a:xfrm>
          <a:prstGeom prst="rect">
            <a:avLst/>
          </a:prstGeom>
        </p:spPr>
        <p:txBody>
          <a:bodyPr lIns="0"/>
          <a:lstStyle>
            <a:lvl1pPr marL="0" indent="0" rtl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E5B2F-6686-CA9D-4205-6BEB837CB26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9000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4846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0D5DB7A-C4CB-39E7-89AD-05123B9FA97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0558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D5DB7A-C4CB-39E7-89AD-05123B9FA9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C1E69E6-2CFF-FDDE-2B20-92C0DA70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762000"/>
          </a:xfrm>
        </p:spPr>
        <p:txBody>
          <a:bodyPr vert="horz" rIns="0" anchor="t">
            <a:normAutofit/>
          </a:bodyPr>
          <a:lstStyle>
            <a:lvl1pPr rtl="0"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5E586BA1-565F-1394-1BD1-13EE2C755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BC9F98A5-8D60-4693-A0CF-7BBB01C2973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rme libre 9">
            <a:extLst>
              <a:ext uri="{FF2B5EF4-FFF2-40B4-BE49-F238E27FC236}">
                <a16:creationId xmlns:a16="http://schemas.microsoft.com/office/drawing/2014/main" id="{54326323-8A3D-E74E-19E3-DD5137A41CBC}"/>
              </a:ext>
            </a:extLst>
          </p:cNvPr>
          <p:cNvSpPr/>
          <p:nvPr userDrawn="1"/>
        </p:nvSpPr>
        <p:spPr>
          <a:xfrm>
            <a:off x="3010992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455F51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6D012-9F8D-0736-2EFB-B38497F6B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524000"/>
            <a:ext cx="4953000" cy="3429000"/>
          </a:xfrm>
          <a:prstGeom prst="rect">
            <a:avLst/>
          </a:prstGeom>
        </p:spPr>
        <p:txBody>
          <a:bodyPr/>
          <a:lstStyle>
            <a:lvl1pPr marL="228600" indent="-228600" rtl="0">
              <a:buSzPct val="100000"/>
              <a:buFont typeface="Arial" panose="020B0604020202020204" pitchFamily="34" charset="0"/>
              <a:buChar char="–"/>
              <a:defRPr sz="2000">
                <a:latin typeface="+mn-lt"/>
              </a:defRPr>
            </a:lvl1pPr>
            <a:lvl2pPr marL="685800" indent="-228600" rtl="0">
              <a:buFontTx/>
              <a:buChar char="–"/>
              <a:defRPr sz="2000">
                <a:latin typeface="+mn-lt"/>
              </a:defRPr>
            </a:lvl2pPr>
            <a:lvl3pPr marL="1143000" indent="-228600" rtl="0">
              <a:buFontTx/>
              <a:buChar char="–"/>
              <a:defRPr sz="2000">
                <a:latin typeface="+mn-lt"/>
              </a:defRPr>
            </a:lvl3pPr>
            <a:lvl4pPr marL="1600200" indent="-228600">
              <a:buFontTx/>
              <a:buChar char="-"/>
              <a:defRPr/>
            </a:lvl4pPr>
            <a:lvl5pPr marL="2057400" indent="-228600">
              <a:buFontTx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6C720A-8144-C5BA-4917-31085E7533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753100"/>
            <a:ext cx="2132875" cy="7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5281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26F666-43C4-BCA4-8C2B-7F2950AE808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2370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26F666-43C4-BCA4-8C2B-7F2950AE8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009D86E7-CB19-A051-F2F1-4FD414FF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24" y="381000"/>
            <a:ext cx="10668000" cy="762000"/>
          </a:xfrm>
        </p:spPr>
        <p:txBody>
          <a:bodyPr vert="horz" rIns="0" anchor="t">
            <a:normAutofit/>
          </a:bodyPr>
          <a:lstStyle>
            <a:lvl1pPr rtl="0"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DE408-994C-BA28-CE18-B5A0B8E8D8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524000"/>
            <a:ext cx="11430000" cy="4953000"/>
          </a:xfrm>
          <a:prstGeom prst="rect">
            <a:avLst/>
          </a:prstGeom>
        </p:spPr>
        <p:txBody>
          <a:bodyPr/>
          <a:lstStyle>
            <a:lvl1pPr marL="228600" indent="-228600" rtl="0">
              <a:buFont typeface="Wingdings" panose="05000000000000000000" pitchFamily="2" charset="2"/>
              <a:buChar char="§"/>
              <a:defRPr sz="2000"/>
            </a:lvl1pPr>
            <a:lvl2pPr marL="685800" indent="-228600" rtl="0">
              <a:buFont typeface="Wingdings" panose="05000000000000000000" pitchFamily="2" charset="2"/>
              <a:buChar char="§"/>
              <a:defRPr sz="1800"/>
            </a:lvl2pPr>
            <a:lvl3pPr marL="1143000" indent="-228600" rtl="0">
              <a:buFont typeface="Wingdings" panose="05000000000000000000" pitchFamily="2" charset="2"/>
              <a:buChar char="§"/>
              <a:defRPr sz="1600"/>
            </a:lvl3pPr>
            <a:lvl4pPr marL="1600200" indent="-228600" rtl="0">
              <a:buFont typeface="Wingdings" panose="05000000000000000000" pitchFamily="2" charset="2"/>
              <a:buChar char="§"/>
              <a:defRPr sz="1400"/>
            </a:lvl4pPr>
            <a:lvl5pPr marL="2057400" indent="-228600" rtl="0"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348717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FAEFF71-DB49-DEF1-873E-532B8D74944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2864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AEFF71-DB49-DEF1-873E-532B8D749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21869C7-7376-E013-C90E-8137FCBA6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9144000" cy="5334000"/>
          </a:xfrm>
        </p:spPr>
        <p:txBody>
          <a:bodyPr vert="horz" rIns="0" anchor="t">
            <a:normAutofit/>
          </a:bodyPr>
          <a:lstStyle>
            <a:lvl1pPr marL="514350" indent="-514350" rtl="0">
              <a:buFont typeface="+mj-lt"/>
              <a:buAutoNum type="arabicPeriod"/>
              <a:defRPr sz="2800" b="1"/>
            </a:lvl1pPr>
          </a:lstStyle>
          <a:p>
            <a:r>
              <a:rPr lang="en-US"/>
              <a:t>Chapter 1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7882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-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A12A21-D3D6-416A-FA77-28D27C153F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4475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A12A21-D3D6-416A-FA77-28D27C153F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FE77B-0602-8593-4F0A-4543A4F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477000"/>
            <a:ext cx="2667000" cy="381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BC9F98A5-8D60-4693-A0CF-7BBB01C29737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39340-B2C3-1E9B-45C6-5081AFD6DF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5F51">
              <a:lumMod val="75000"/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84992CD-3910-0B1E-2D2F-5DE6E55CA649}"/>
              </a:ext>
            </a:extLst>
          </p:cNvPr>
          <p:cNvSpPr/>
          <p:nvPr userDrawn="1"/>
        </p:nvSpPr>
        <p:spPr>
          <a:xfrm>
            <a:off x="7645276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 w="12700" cap="flat" cmpd="sng" algn="ctr">
            <a:noFill/>
            <a:prstDash val="solid"/>
            <a:miter lim="800000"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5AD7-BE09-2983-F892-498A776C94F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clrChange>
              <a:clrFrom>
                <a:srgbClr val="231F20"/>
              </a:clrFrom>
              <a:clrTo>
                <a:srgbClr val="231F2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1" y="2667000"/>
            <a:ext cx="457199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7936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O Cover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A84AB3C-CE71-A84F-592A-BEFEF04276CD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5953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4AB3C-CE71-A84F-592A-BEFEF0427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15B6BC1-0C07-824C-AE49-59BDBBF0BB5A}"/>
              </a:ext>
            </a:extLst>
          </p:cNvPr>
          <p:cNvSpPr/>
          <p:nvPr userDrawn="1"/>
        </p:nvSpPr>
        <p:spPr>
          <a:xfrm>
            <a:off x="0" y="0"/>
            <a:ext cx="10329333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7A5583BD-FC8D-F65E-D0A5-56EAA7F028E5}"/>
              </a:ext>
            </a:extLst>
          </p:cNvPr>
          <p:cNvSpPr/>
          <p:nvPr userDrawn="1"/>
        </p:nvSpPr>
        <p:spPr>
          <a:xfrm>
            <a:off x="3010990" y="0"/>
            <a:ext cx="9212969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4D6F200-7C1C-E5BC-2754-3BC1E7F8C4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50" y="6021820"/>
            <a:ext cx="4524368" cy="215468"/>
          </a:xfrm>
          <a:prstGeom prst="rect">
            <a:avLst/>
          </a:prstGeom>
        </p:spPr>
        <p:txBody>
          <a:bodyPr/>
          <a:lstStyle>
            <a:lvl1pPr marL="0" indent="0" rtl="0">
              <a:buNone/>
              <a:defRPr sz="1100" spc="0" baseline="0">
                <a:solidFill>
                  <a:schemeClr val="bg2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09D019-37EB-3523-BA46-E05A3E81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9" y="1412875"/>
            <a:ext cx="4561309" cy="1311128"/>
          </a:xfrm>
        </p:spPr>
        <p:txBody>
          <a:bodyPr vert="horz" wrap="square" rIns="0">
            <a:spAutoFit/>
          </a:bodyPr>
          <a:lstStyle>
            <a:lvl1pPr rtl="0">
              <a:defRPr sz="4400" b="1" cap="none" spc="0">
                <a:solidFill>
                  <a:schemeClr val="bg1"/>
                </a:solidFill>
                <a:latin typeface="Avenir Next LT Pro Light" panose="020B0304020202020204" pitchFamily="34" charset="0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</a:lstStyle>
          <a:p>
            <a:r>
              <a:rPr lang="en-US"/>
              <a:t>Cover title in sentence case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585235-7934-7147-AE63-D5840F7575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9" y="4387664"/>
            <a:ext cx="4561309" cy="491466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lang="en-GB" sz="2800" b="1" kern="1100" spc="0" baseline="0" dirty="0">
                <a:solidFill>
                  <a:schemeClr val="bg2"/>
                </a:solidFill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defRPr>
            </a:lvl1pPr>
            <a:lvl2pPr marL="0" indent="0">
              <a:spcBef>
                <a:spcPts val="2800"/>
              </a:spcBef>
              <a:buNone/>
              <a:defRPr sz="1400">
                <a:solidFill>
                  <a:schemeClr val="bg2"/>
                </a:solidFill>
              </a:defRPr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None/>
              <a:defRPr sz="1400"/>
            </a:lvl5pPr>
          </a:lstStyle>
          <a:p>
            <a:pPr lvl="0"/>
            <a:r>
              <a:rPr lang="en-US"/>
              <a:t>Top line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159B09AC-2C36-002E-7DBF-F4E45FAB876B}"/>
              </a:ext>
            </a:extLst>
          </p:cNvPr>
          <p:cNvSpPr txBox="1">
            <a:spLocks/>
          </p:cNvSpPr>
          <p:nvPr userDrawn="1"/>
        </p:nvSpPr>
        <p:spPr>
          <a:xfrm>
            <a:off x="300039" y="6635124"/>
            <a:ext cx="3096348" cy="5675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l" defTabSz="914400" rtl="0" eaLnBrk="1" latinLnBrk="0" hangingPunct="1">
              <a:defRPr sz="500" b="0" i="0" kern="1200" cap="all" spc="100" baseline="0">
                <a:solidFill>
                  <a:schemeClr val="bg1">
                    <a:alpha val="50000"/>
                  </a:schemeClr>
                </a:solidFill>
                <a:latin typeface="Avenir Next LT Pro Light" panose="020B0304020202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all" spc="0" normalizeH="0" baseline="0" noProof="0">
                <a:ln>
                  <a:noFill/>
                </a:ln>
                <a:solidFill>
                  <a:srgbClr val="455F51">
                    <a:lumMod val="75000"/>
                    <a:alpha val="50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t>CONFIDENTIAL DOCUMENT. FOR INTERNAL USE ONLY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FC3F4-3895-96B2-FA0E-853A3127D37A}"/>
              </a:ext>
            </a:extLst>
          </p:cNvPr>
          <p:cNvSpPr txBox="1"/>
          <p:nvPr userDrawn="1"/>
        </p:nvSpPr>
        <p:spPr bwMode="gray">
          <a:xfrm>
            <a:off x="11514137" y="6559779"/>
            <a:ext cx="377825" cy="12774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E8C368-3382-4C28-AE75-DF7C05ACA19D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Light" panose="020B0304020202020204" pitchFamily="34" charset="0"/>
                <a:ea typeface="+mn-ea"/>
                <a:cs typeface="Arial" panose="020B0604020202020204" pitchFamily="34" charset="0"/>
                <a:sym typeface="Avenir Next LT Pro Light" panose="020B03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55F51">
                  <a:lumMod val="75000"/>
                </a:srgbClr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26750E-3703-02E7-FD88-B78788470A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1500" y="2389600"/>
            <a:ext cx="2725746" cy="2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O 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55C5B1-D799-56B2-BD6F-D0015683AC7C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137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55C5B1-D799-56B2-BD6F-D0015683A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00E4EF9-341E-65E9-8A90-EB64A30C15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9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120" tIns="71120" rIns="71120" bIns="711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3DED1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itchFamily="34" charset="0"/>
              <a:sym typeface="Avenir Next LT Pro Light" panose="020B0304020202020204" pitchFamily="34" charset="0"/>
            </a:endParaRPr>
          </a:p>
        </p:txBody>
      </p:sp>
      <p:sp>
        <p:nvSpPr>
          <p:cNvPr id="6" name="Forme libre 9">
            <a:extLst>
              <a:ext uri="{FF2B5EF4-FFF2-40B4-BE49-F238E27FC236}">
                <a16:creationId xmlns:a16="http://schemas.microsoft.com/office/drawing/2014/main" id="{6CCF386B-6C98-6438-1921-6BC66FF14CED}"/>
              </a:ext>
            </a:extLst>
          </p:cNvPr>
          <p:cNvSpPr/>
          <p:nvPr userDrawn="1"/>
        </p:nvSpPr>
        <p:spPr>
          <a:xfrm>
            <a:off x="8473089" y="0"/>
            <a:ext cx="4546724" cy="6858000"/>
          </a:xfrm>
          <a:custGeom>
            <a:avLst/>
            <a:gdLst>
              <a:gd name="connsiteX0" fmla="*/ 6858000 w 9212969"/>
              <a:gd name="connsiteY0" fmla="*/ 0 h 6858000"/>
              <a:gd name="connsiteX1" fmla="*/ 9212969 w 9212969"/>
              <a:gd name="connsiteY1" fmla="*/ 0 h 6858000"/>
              <a:gd name="connsiteX2" fmla="*/ 9212969 w 9212969"/>
              <a:gd name="connsiteY2" fmla="*/ 6858000 h 6858000"/>
              <a:gd name="connsiteX3" fmla="*/ 6858000 w 9212969"/>
              <a:gd name="connsiteY3" fmla="*/ 6858000 h 6858000"/>
              <a:gd name="connsiteX4" fmla="*/ 0 w 9212969"/>
              <a:gd name="connsiteY4" fmla="*/ 6858000 h 6858000"/>
              <a:gd name="connsiteX5" fmla="*/ 1371866 w 9212969"/>
              <a:gd name="connsiteY5" fmla="*/ 6172009 h 6858000"/>
              <a:gd name="connsiteX6" fmla="*/ 3429000 w 9212969"/>
              <a:gd name="connsiteY6" fmla="*/ 3429000 h 6858000"/>
              <a:gd name="connsiteX7" fmla="*/ 5486126 w 9212969"/>
              <a:gd name="connsiteY7" fmla="*/ 685990 h 6858000"/>
              <a:gd name="connsiteX8" fmla="*/ 6858000 w 921296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12969" h="6858000">
                <a:moveTo>
                  <a:pt x="6858000" y="0"/>
                </a:moveTo>
                <a:lnTo>
                  <a:pt x="9212969" y="0"/>
                </a:lnTo>
                <a:lnTo>
                  <a:pt x="9212969" y="6858000"/>
                </a:lnTo>
                <a:lnTo>
                  <a:pt x="6858000" y="6858000"/>
                </a:lnTo>
                <a:lnTo>
                  <a:pt x="0" y="6858000"/>
                </a:lnTo>
                <a:cubicBezTo>
                  <a:pt x="561003" y="6858000"/>
                  <a:pt x="1059084" y="6588550"/>
                  <a:pt x="1371866" y="6172009"/>
                </a:cubicBezTo>
                <a:lnTo>
                  <a:pt x="3429000" y="3429000"/>
                </a:lnTo>
                <a:lnTo>
                  <a:pt x="5486126" y="685990"/>
                </a:lnTo>
                <a:cubicBezTo>
                  <a:pt x="5798915" y="269449"/>
                  <a:pt x="6296990" y="0"/>
                  <a:pt x="6858000" y="0"/>
                </a:cubicBezTo>
                <a:close/>
              </a:path>
            </a:pathLst>
          </a:custGeom>
          <a:solidFill>
            <a:srgbClr val="1D1D1B"/>
          </a:solidFill>
          <a:ln>
            <a:noFill/>
          </a:ln>
          <a:effectLst>
            <a:outerShdw blurRad="177800" dist="190500" dir="8100000" algn="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64789D-8061-834F-65DD-79CFBEC413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43170" y="2161822"/>
            <a:ext cx="3323077" cy="25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6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34863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</a:pPr>
            <a:endParaRPr lang="en-US" sz="20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89A8CE-377D-4B70-A044-B5B63794CD49}"/>
              </a:ext>
            </a:extLst>
          </p:cNvPr>
          <p:cNvSpPr>
            <a:spLocks/>
          </p:cNvSpPr>
          <p:nvPr userDrawn="1"/>
        </p:nvSpPr>
        <p:spPr bwMode="gray">
          <a:xfrm>
            <a:off x="0" y="1524001"/>
            <a:ext cx="3179676" cy="5333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A699C7-7B2A-FE48-B204-2A35A8621D62}"/>
              </a:ext>
            </a:extLst>
          </p:cNvPr>
          <p:cNvSpPr>
            <a:spLocks/>
          </p:cNvSpPr>
          <p:nvPr userDrawn="1"/>
        </p:nvSpPr>
        <p:spPr bwMode="gray">
          <a:xfrm>
            <a:off x="0" y="-1587"/>
            <a:ext cx="12192000" cy="1525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1" y="381000"/>
            <a:ext cx="8001000" cy="830997"/>
          </a:xfrm>
        </p:spPr>
        <p:txBody>
          <a:bodyPr vert="horz" wrap="square" lIns="0" tIns="0" rIns="0" bIns="0" anchorCtr="0">
            <a:noAutofit/>
          </a:bodyPr>
          <a:lstStyle>
            <a:lvl1pPr rtl="0">
              <a:defRPr/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EC71-4DD6-4DF6-BCAF-2E2E1CED7F8F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71475" y="6226175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 rtl="0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Avenir Next LT Pro Regular"/>
              </a:rPr>
              <a:pPr algn="l" rtl="0">
                <a:lnSpc>
                  <a:spcPct val="90000"/>
                </a:lnSpc>
              </a:pPr>
              <a:t>‹#›</a:t>
            </a:fld>
            <a:endParaRPr lang="en-US" sz="1000" b="0">
              <a:solidFill>
                <a:schemeClr val="tx1">
                  <a:lumMod val="100000"/>
                </a:schemeClr>
              </a:solidFill>
              <a:latin typeface="Avenir Next LT Pro 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781C3-0962-F9C2-D3B4-74566AA301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62000" y="6384543"/>
            <a:ext cx="765175" cy="9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3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969696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image" Target="../media/image2.svg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oleObject" Target="../embeddings/oleObject1.bin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0.xml"/><Relationship Id="rId21" Type="http://schemas.openxmlformats.org/officeDocument/2006/relationships/slideLayout" Target="../slideLayouts/slideLayout105.xml"/><Relationship Id="rId42" Type="http://schemas.openxmlformats.org/officeDocument/2006/relationships/slideLayout" Target="../slideLayouts/slideLayout126.xml"/><Relationship Id="rId47" Type="http://schemas.openxmlformats.org/officeDocument/2006/relationships/slideLayout" Target="../slideLayouts/slideLayout131.xml"/><Relationship Id="rId63" Type="http://schemas.openxmlformats.org/officeDocument/2006/relationships/slideLayout" Target="../slideLayouts/slideLayout147.xml"/><Relationship Id="rId68" Type="http://schemas.openxmlformats.org/officeDocument/2006/relationships/slideLayout" Target="../slideLayouts/slideLayout152.xml"/><Relationship Id="rId1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116.xml"/><Relationship Id="rId37" Type="http://schemas.openxmlformats.org/officeDocument/2006/relationships/slideLayout" Target="../slideLayouts/slideLayout121.xml"/><Relationship Id="rId40" Type="http://schemas.openxmlformats.org/officeDocument/2006/relationships/slideLayout" Target="../slideLayouts/slideLayout124.xml"/><Relationship Id="rId45" Type="http://schemas.openxmlformats.org/officeDocument/2006/relationships/slideLayout" Target="../slideLayouts/slideLayout129.xml"/><Relationship Id="rId53" Type="http://schemas.openxmlformats.org/officeDocument/2006/relationships/slideLayout" Target="../slideLayouts/slideLayout137.xml"/><Relationship Id="rId58" Type="http://schemas.openxmlformats.org/officeDocument/2006/relationships/slideLayout" Target="../slideLayouts/slideLayout142.xml"/><Relationship Id="rId66" Type="http://schemas.openxmlformats.org/officeDocument/2006/relationships/slideLayout" Target="../slideLayouts/slideLayout150.xml"/><Relationship Id="rId74" Type="http://schemas.openxmlformats.org/officeDocument/2006/relationships/theme" Target="../theme/theme2.xml"/><Relationship Id="rId5" Type="http://schemas.openxmlformats.org/officeDocument/2006/relationships/slideLayout" Target="../slideLayouts/slideLayout89.xml"/><Relationship Id="rId61" Type="http://schemas.openxmlformats.org/officeDocument/2006/relationships/slideLayout" Target="../slideLayouts/slideLayout145.xml"/><Relationship Id="rId19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4.xml"/><Relationship Id="rId35" Type="http://schemas.openxmlformats.org/officeDocument/2006/relationships/slideLayout" Target="../slideLayouts/slideLayout119.xml"/><Relationship Id="rId43" Type="http://schemas.openxmlformats.org/officeDocument/2006/relationships/slideLayout" Target="../slideLayouts/slideLayout127.xml"/><Relationship Id="rId48" Type="http://schemas.openxmlformats.org/officeDocument/2006/relationships/slideLayout" Target="../slideLayouts/slideLayout132.xml"/><Relationship Id="rId56" Type="http://schemas.openxmlformats.org/officeDocument/2006/relationships/slideLayout" Target="../slideLayouts/slideLayout140.xml"/><Relationship Id="rId64" Type="http://schemas.openxmlformats.org/officeDocument/2006/relationships/slideLayout" Target="../slideLayouts/slideLayout148.xml"/><Relationship Id="rId69" Type="http://schemas.openxmlformats.org/officeDocument/2006/relationships/slideLayout" Target="../slideLayouts/slideLayout153.xml"/><Relationship Id="rId77" Type="http://schemas.openxmlformats.org/officeDocument/2006/relationships/image" Target="../media/image1.emf"/><Relationship Id="rId8" Type="http://schemas.openxmlformats.org/officeDocument/2006/relationships/slideLayout" Target="../slideLayouts/slideLayout92.xml"/><Relationship Id="rId51" Type="http://schemas.openxmlformats.org/officeDocument/2006/relationships/slideLayout" Target="../slideLayouts/slideLayout135.xml"/><Relationship Id="rId72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33" Type="http://schemas.openxmlformats.org/officeDocument/2006/relationships/slideLayout" Target="../slideLayouts/slideLayout117.xml"/><Relationship Id="rId38" Type="http://schemas.openxmlformats.org/officeDocument/2006/relationships/slideLayout" Target="../slideLayouts/slideLayout122.xml"/><Relationship Id="rId46" Type="http://schemas.openxmlformats.org/officeDocument/2006/relationships/slideLayout" Target="../slideLayouts/slideLayout130.xml"/><Relationship Id="rId59" Type="http://schemas.openxmlformats.org/officeDocument/2006/relationships/slideLayout" Target="../slideLayouts/slideLayout143.xml"/><Relationship Id="rId67" Type="http://schemas.openxmlformats.org/officeDocument/2006/relationships/slideLayout" Target="../slideLayouts/slideLayout151.xml"/><Relationship Id="rId20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25.xml"/><Relationship Id="rId54" Type="http://schemas.openxmlformats.org/officeDocument/2006/relationships/slideLayout" Target="../slideLayouts/slideLayout138.xml"/><Relationship Id="rId62" Type="http://schemas.openxmlformats.org/officeDocument/2006/relationships/slideLayout" Target="../slideLayouts/slideLayout146.xml"/><Relationship Id="rId70" Type="http://schemas.openxmlformats.org/officeDocument/2006/relationships/slideLayout" Target="../slideLayouts/slideLayout154.xml"/><Relationship Id="rId75" Type="http://schemas.openxmlformats.org/officeDocument/2006/relationships/tags" Target="../tags/tag88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slideLayout" Target="../slideLayouts/slideLayout112.xml"/><Relationship Id="rId36" Type="http://schemas.openxmlformats.org/officeDocument/2006/relationships/slideLayout" Target="../slideLayouts/slideLayout120.xml"/><Relationship Id="rId49" Type="http://schemas.openxmlformats.org/officeDocument/2006/relationships/slideLayout" Target="../slideLayouts/slideLayout133.xml"/><Relationship Id="rId57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94.xml"/><Relationship Id="rId31" Type="http://schemas.openxmlformats.org/officeDocument/2006/relationships/slideLayout" Target="../slideLayouts/slideLayout115.xml"/><Relationship Id="rId44" Type="http://schemas.openxmlformats.org/officeDocument/2006/relationships/slideLayout" Target="../slideLayouts/slideLayout128.xml"/><Relationship Id="rId52" Type="http://schemas.openxmlformats.org/officeDocument/2006/relationships/slideLayout" Target="../slideLayouts/slideLayout136.xml"/><Relationship Id="rId60" Type="http://schemas.openxmlformats.org/officeDocument/2006/relationships/slideLayout" Target="../slideLayouts/slideLayout144.xml"/><Relationship Id="rId65" Type="http://schemas.openxmlformats.org/officeDocument/2006/relationships/slideLayout" Target="../slideLayouts/slideLayout149.xml"/><Relationship Id="rId73" Type="http://schemas.openxmlformats.org/officeDocument/2006/relationships/slideLayout" Target="../slideLayouts/slideLayout157.xml"/><Relationship Id="rId78" Type="http://schemas.openxmlformats.org/officeDocument/2006/relationships/image" Target="../media/image2.svg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39" Type="http://schemas.openxmlformats.org/officeDocument/2006/relationships/slideLayout" Target="../slideLayouts/slideLayout123.xml"/><Relationship Id="rId34" Type="http://schemas.openxmlformats.org/officeDocument/2006/relationships/slideLayout" Target="../slideLayouts/slideLayout118.xml"/><Relationship Id="rId50" Type="http://schemas.openxmlformats.org/officeDocument/2006/relationships/slideLayout" Target="../slideLayouts/slideLayout134.xml"/><Relationship Id="rId55" Type="http://schemas.openxmlformats.org/officeDocument/2006/relationships/slideLayout" Target="../slideLayouts/slideLayout139.xml"/><Relationship Id="rId76" Type="http://schemas.openxmlformats.org/officeDocument/2006/relationships/oleObject" Target="../embeddings/oleObject1.bin"/><Relationship Id="rId7" Type="http://schemas.openxmlformats.org/officeDocument/2006/relationships/slideLayout" Target="../slideLayouts/slideLayout91.xml"/><Relationship Id="rId71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1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oleObject" Target="../embeddings/oleObject9.bin"/><Relationship Id="rId5" Type="http://schemas.openxmlformats.org/officeDocument/2006/relationships/slideLayout" Target="../slideLayouts/slideLayout162.xml"/><Relationship Id="rId10" Type="http://schemas.openxmlformats.org/officeDocument/2006/relationships/tags" Target="../tags/tag154.xml"/><Relationship Id="rId4" Type="http://schemas.openxmlformats.org/officeDocument/2006/relationships/slideLayout" Target="../slideLayouts/slideLayout161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B6D23-6501-9EFC-2771-075043D3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049000" cy="1143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69AF4C0-B935-339F-E77E-E16192E944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7" imgW="484" imgH="486" progId="TCLayout.ActiveDocument.1">
                  <p:embed/>
                </p:oleObj>
              </mc:Choice>
              <mc:Fallback>
                <p:oleObj name="think-cell Slide" r:id="rId87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AF4C0-B935-339F-E77E-E16192E94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7A198-FF6B-C11F-D0FD-AE8B2B79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905000"/>
            <a:ext cx="1142999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093BF-22A5-BCE8-A5CC-4F7C28FA8A66}"/>
              </a:ext>
            </a:extLst>
          </p:cNvPr>
          <p:cNvSpPr txBox="1"/>
          <p:nvPr userDrawn="1"/>
        </p:nvSpPr>
        <p:spPr>
          <a:xfrm>
            <a:off x="381000" y="6574280"/>
            <a:ext cx="18114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055C4-468A-48E7-A43B-52A7F07931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1" name="Forme libre 7">
            <a:extLst>
              <a:ext uri="{FF2B5EF4-FFF2-40B4-BE49-F238E27FC236}">
                <a16:creationId xmlns:a16="http://schemas.microsoft.com/office/drawing/2014/main" id="{AABFDFD9-3E33-A952-E3C9-7840E932B976}"/>
              </a:ext>
            </a:extLst>
          </p:cNvPr>
          <p:cNvSpPr/>
          <p:nvPr userDrawn="1"/>
        </p:nvSpPr>
        <p:spPr>
          <a:xfrm flipH="1">
            <a:off x="10552413" y="2"/>
            <a:ext cx="1639587" cy="1412875"/>
          </a:xfrm>
          <a:custGeom>
            <a:avLst/>
            <a:gdLst>
              <a:gd name="connsiteX0" fmla="*/ 0 w 2423811"/>
              <a:gd name="connsiteY0" fmla="*/ 0 h 2088663"/>
              <a:gd name="connsiteX1" fmla="*/ 2423811 w 2423811"/>
              <a:gd name="connsiteY1" fmla="*/ 0 h 2088663"/>
              <a:gd name="connsiteX2" fmla="*/ 1051938 w 2423811"/>
              <a:gd name="connsiteY2" fmla="*/ 685990 h 2088663"/>
              <a:gd name="connsiteX3" fmla="*/ 0 w 2423811"/>
              <a:gd name="connsiteY3" fmla="*/ 2088663 h 208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811" h="2088663">
                <a:moveTo>
                  <a:pt x="0" y="0"/>
                </a:moveTo>
                <a:lnTo>
                  <a:pt x="2423811" y="0"/>
                </a:lnTo>
                <a:cubicBezTo>
                  <a:pt x="1862801" y="0"/>
                  <a:pt x="1364726" y="269449"/>
                  <a:pt x="1051938" y="685990"/>
                </a:cubicBezTo>
                <a:lnTo>
                  <a:pt x="0" y="2088663"/>
                </a:lnTo>
                <a:close/>
              </a:path>
            </a:pathLst>
          </a:custGeom>
          <a:gradFill>
            <a:gsLst>
              <a:gs pos="95000">
                <a:srgbClr val="F2EEEC"/>
              </a:gs>
              <a:gs pos="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303540E-979E-025C-0F1B-6177AD56C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11582400" y="215900"/>
            <a:ext cx="348715" cy="3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8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73" r:id="rId3"/>
    <p:sldLayoutId id="2147483867" r:id="rId4"/>
    <p:sldLayoutId id="2147483905" r:id="rId5"/>
    <p:sldLayoutId id="2147483911" r:id="rId6"/>
    <p:sldLayoutId id="2147484001" r:id="rId7"/>
    <p:sldLayoutId id="2147484025" r:id="rId8"/>
    <p:sldLayoutId id="2147483991" r:id="rId9"/>
    <p:sldLayoutId id="2147483997" r:id="rId10"/>
    <p:sldLayoutId id="2147484265" r:id="rId11"/>
    <p:sldLayoutId id="2147484208" r:id="rId12"/>
    <p:sldLayoutId id="2147484245" r:id="rId13"/>
    <p:sldLayoutId id="2147484251" r:id="rId14"/>
    <p:sldLayoutId id="2147484185" r:id="rId15"/>
    <p:sldLayoutId id="2147484221" r:id="rId16"/>
    <p:sldLayoutId id="2147484175" r:id="rId17"/>
    <p:sldLayoutId id="2147484181" r:id="rId18"/>
    <p:sldLayoutId id="2147484269" r:id="rId19"/>
    <p:sldLayoutId id="2147484283" r:id="rId20"/>
    <p:sldLayoutId id="2147484273" r:id="rId21"/>
    <p:sldLayoutId id="2147484285" r:id="rId22"/>
    <p:sldLayoutId id="2147484286" r:id="rId23"/>
    <p:sldLayoutId id="2147484299" r:id="rId24"/>
    <p:sldLayoutId id="2147484271" r:id="rId25"/>
    <p:sldLayoutId id="2147484284" r:id="rId26"/>
    <p:sldLayoutId id="2147484290" r:id="rId27"/>
    <p:sldLayoutId id="2147484278" r:id="rId28"/>
    <p:sldLayoutId id="2147484268" r:id="rId29"/>
    <p:sldLayoutId id="2147484276" r:id="rId30"/>
    <p:sldLayoutId id="2147484297" r:id="rId31"/>
    <p:sldLayoutId id="2147484289" r:id="rId32"/>
    <p:sldLayoutId id="2147484287" r:id="rId33"/>
    <p:sldLayoutId id="2147484293" r:id="rId34"/>
    <p:sldLayoutId id="2147484383" r:id="rId35"/>
    <p:sldLayoutId id="2147484397" r:id="rId36"/>
    <p:sldLayoutId id="2147484387" r:id="rId37"/>
    <p:sldLayoutId id="2147484364" r:id="rId38"/>
    <p:sldLayoutId id="2147484365" r:id="rId39"/>
    <p:sldLayoutId id="2147484378" r:id="rId40"/>
    <p:sldLayoutId id="2147484435" r:id="rId41"/>
    <p:sldLayoutId id="2147484430" r:id="rId42"/>
    <p:sldLayoutId id="2147484438" r:id="rId43"/>
    <p:sldLayoutId id="2147484441" r:id="rId44"/>
    <p:sldLayoutId id="2147484457" r:id="rId45"/>
    <p:sldLayoutId id="2147484428" r:id="rId46"/>
    <p:sldLayoutId id="2147484437" r:id="rId47"/>
    <p:sldLayoutId id="2147484444" r:id="rId48"/>
    <p:sldLayoutId id="2147484433" r:id="rId49"/>
    <p:sldLayoutId id="2147484425" r:id="rId50"/>
    <p:sldLayoutId id="2147484432" r:id="rId51"/>
    <p:sldLayoutId id="2147484449" r:id="rId52"/>
    <p:sldLayoutId id="2147484443" r:id="rId53"/>
    <p:sldLayoutId id="2147484442" r:id="rId54"/>
    <p:sldLayoutId id="2147484445" r:id="rId55"/>
    <p:sldLayoutId id="2147484448" r:id="rId56"/>
    <p:sldLayoutId id="2147484456" r:id="rId57"/>
    <p:sldLayoutId id="2147484451" r:id="rId58"/>
    <p:sldLayoutId id="2147484422" r:id="rId59"/>
    <p:sldLayoutId id="2147484423" r:id="rId60"/>
    <p:sldLayoutId id="2147484439" r:id="rId61"/>
    <p:sldLayoutId id="2147484450" r:id="rId62"/>
    <p:sldLayoutId id="2147484458" r:id="rId63"/>
    <p:sldLayoutId id="2147484427" r:id="rId64"/>
    <p:sldLayoutId id="2147484453" r:id="rId65"/>
    <p:sldLayoutId id="2147484446" r:id="rId66"/>
    <p:sldLayoutId id="2147484452" r:id="rId67"/>
    <p:sldLayoutId id="2147484436" r:id="rId68"/>
    <p:sldLayoutId id="2147484426" r:id="rId69"/>
    <p:sldLayoutId id="2147484424" r:id="rId70"/>
    <p:sldLayoutId id="2147484431" r:id="rId71"/>
    <p:sldLayoutId id="2147484434" r:id="rId72"/>
    <p:sldLayoutId id="2147484447" r:id="rId73"/>
    <p:sldLayoutId id="2147484440" r:id="rId74"/>
    <p:sldLayoutId id="2147484454" r:id="rId75"/>
    <p:sldLayoutId id="2147484455" r:id="rId76"/>
    <p:sldLayoutId id="2147484429" r:id="rId77"/>
    <p:sldLayoutId id="2147483774" r:id="rId78"/>
    <p:sldLayoutId id="2147483799" r:id="rId79"/>
    <p:sldLayoutId id="2147483775" r:id="rId80"/>
    <p:sldLayoutId id="2147483665" r:id="rId81"/>
    <p:sldLayoutId id="2147483806" r:id="rId82"/>
    <p:sldLayoutId id="2147483807" r:id="rId83"/>
    <p:sldLayoutId id="2147483801" r:id="rId8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69AF4C0-B935-339F-E77E-E16192E944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6" imgW="484" imgH="486" progId="TCLayout.ActiveDocument.1">
                  <p:embed/>
                </p:oleObj>
              </mc:Choice>
              <mc:Fallback>
                <p:oleObj name="think-cell Slide" r:id="rId76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AF4C0-B935-339F-E77E-E16192E94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B6D23-6501-9EFC-2771-075043D3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049000" cy="1143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7A198-FF6B-C11F-D0FD-AE8B2B79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905000"/>
            <a:ext cx="1142999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093BF-22A5-BCE8-A5CC-4F7C28FA8A66}"/>
              </a:ext>
            </a:extLst>
          </p:cNvPr>
          <p:cNvSpPr txBox="1"/>
          <p:nvPr userDrawn="1"/>
        </p:nvSpPr>
        <p:spPr>
          <a:xfrm>
            <a:off x="381000" y="6574280"/>
            <a:ext cx="18114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055C4-468A-48E7-A43B-52A7F07931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10" name="Forme libre 7">
            <a:extLst>
              <a:ext uri="{FF2B5EF4-FFF2-40B4-BE49-F238E27FC236}">
                <a16:creationId xmlns:a16="http://schemas.microsoft.com/office/drawing/2014/main" id="{41E7736E-24AC-6F49-C7C1-90E9E6579D46}"/>
              </a:ext>
            </a:extLst>
          </p:cNvPr>
          <p:cNvSpPr/>
          <p:nvPr userDrawn="1"/>
        </p:nvSpPr>
        <p:spPr>
          <a:xfrm flipH="1">
            <a:off x="10552413" y="2"/>
            <a:ext cx="1639587" cy="1412875"/>
          </a:xfrm>
          <a:custGeom>
            <a:avLst/>
            <a:gdLst>
              <a:gd name="connsiteX0" fmla="*/ 0 w 2423811"/>
              <a:gd name="connsiteY0" fmla="*/ 0 h 2088663"/>
              <a:gd name="connsiteX1" fmla="*/ 2423811 w 2423811"/>
              <a:gd name="connsiteY1" fmla="*/ 0 h 2088663"/>
              <a:gd name="connsiteX2" fmla="*/ 1051938 w 2423811"/>
              <a:gd name="connsiteY2" fmla="*/ 685990 h 2088663"/>
              <a:gd name="connsiteX3" fmla="*/ 0 w 2423811"/>
              <a:gd name="connsiteY3" fmla="*/ 2088663 h 208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811" h="2088663">
                <a:moveTo>
                  <a:pt x="0" y="0"/>
                </a:moveTo>
                <a:lnTo>
                  <a:pt x="2423811" y="0"/>
                </a:lnTo>
                <a:cubicBezTo>
                  <a:pt x="1862801" y="0"/>
                  <a:pt x="1364726" y="269449"/>
                  <a:pt x="1051938" y="685990"/>
                </a:cubicBezTo>
                <a:lnTo>
                  <a:pt x="0" y="2088663"/>
                </a:lnTo>
                <a:close/>
              </a:path>
            </a:pathLst>
          </a:custGeom>
          <a:gradFill>
            <a:gsLst>
              <a:gs pos="95000">
                <a:srgbClr val="F2EEEC"/>
              </a:gs>
              <a:gs pos="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2D88BBC-8EC5-27E7-330E-28C3D5F2CC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1582400" y="215900"/>
            <a:ext cx="348715" cy="36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700" r:id="rId7"/>
    <p:sldLayoutId id="2147483741" r:id="rId8"/>
    <p:sldLayoutId id="2147483742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884" r:id="rId16"/>
    <p:sldLayoutId id="2147483885" r:id="rId17"/>
    <p:sldLayoutId id="2147483886" r:id="rId18"/>
    <p:sldLayoutId id="2147483887" r:id="rId19"/>
    <p:sldLayoutId id="2147483888" r:id="rId20"/>
    <p:sldLayoutId id="2147483889" r:id="rId21"/>
    <p:sldLayoutId id="2147483955" r:id="rId22"/>
    <p:sldLayoutId id="2147483956" r:id="rId23"/>
    <p:sldLayoutId id="2147483957" r:id="rId24"/>
    <p:sldLayoutId id="2147483958" r:id="rId25"/>
    <p:sldLayoutId id="2147483959" r:id="rId26"/>
    <p:sldLayoutId id="2147483960" r:id="rId27"/>
    <p:sldLayoutId id="2147483949" r:id="rId28"/>
    <p:sldLayoutId id="2147483950" r:id="rId29"/>
    <p:sldLayoutId id="2147483951" r:id="rId30"/>
    <p:sldLayoutId id="2147483952" r:id="rId31"/>
    <p:sldLayoutId id="2147483953" r:id="rId32"/>
    <p:sldLayoutId id="2147483954" r:id="rId33"/>
    <p:sldLayoutId id="2147484088" r:id="rId34"/>
    <p:sldLayoutId id="2147484091" r:id="rId35"/>
    <p:sldLayoutId id="2147484093" r:id="rId36"/>
    <p:sldLayoutId id="2147484095" r:id="rId37"/>
    <p:sldLayoutId id="2147484097" r:id="rId38"/>
    <p:sldLayoutId id="2147484099" r:id="rId39"/>
    <p:sldLayoutId id="2147484083" r:id="rId40"/>
    <p:sldLayoutId id="2147484484" r:id="rId41"/>
    <p:sldLayoutId id="2147484485" r:id="rId42"/>
    <p:sldLayoutId id="2147484486" r:id="rId43"/>
    <p:sldLayoutId id="2147484487" r:id="rId44"/>
    <p:sldLayoutId id="2147484488" r:id="rId45"/>
    <p:sldLayoutId id="2147484489" r:id="rId46"/>
    <p:sldLayoutId id="2147484477" r:id="rId47"/>
    <p:sldLayoutId id="2147484479" r:id="rId48"/>
    <p:sldLayoutId id="2147484480" r:id="rId49"/>
    <p:sldLayoutId id="2147484481" r:id="rId50"/>
    <p:sldLayoutId id="2147484482" r:id="rId51"/>
    <p:sldLayoutId id="2147484483" r:id="rId52"/>
    <p:sldLayoutId id="2147484466" r:id="rId53"/>
    <p:sldLayoutId id="2147484467" r:id="rId54"/>
    <p:sldLayoutId id="2147484468" r:id="rId55"/>
    <p:sldLayoutId id="2147484469" r:id="rId56"/>
    <p:sldLayoutId id="2147484470" r:id="rId57"/>
    <p:sldLayoutId id="2147484472" r:id="rId58"/>
    <p:sldLayoutId id="2147484459" r:id="rId59"/>
    <p:sldLayoutId id="2147484460" r:id="rId60"/>
    <p:sldLayoutId id="2147484461" r:id="rId61"/>
    <p:sldLayoutId id="2147484462" r:id="rId62"/>
    <p:sldLayoutId id="2147484463" r:id="rId63"/>
    <p:sldLayoutId id="2147484465" r:id="rId64"/>
    <p:sldLayoutId id="2147484471" r:id="rId65"/>
    <p:sldLayoutId id="2147484473" r:id="rId66"/>
    <p:sldLayoutId id="2147484474" r:id="rId67"/>
    <p:sldLayoutId id="2147484475" r:id="rId68"/>
    <p:sldLayoutId id="2147484476" r:id="rId69"/>
    <p:sldLayoutId id="2147484478" r:id="rId70"/>
    <p:sldLayoutId id="2147484464" r:id="rId71"/>
    <p:sldLayoutId id="2147483723" r:id="rId72"/>
    <p:sldLayoutId id="2147484490" r:id="rId7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69AF4C0-B935-339F-E77E-E16192E94432}"/>
              </a:ext>
            </a:extLst>
          </p:cNvPr>
          <p:cNvGraphicFramePr>
            <a:graphicFrameLocks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255713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84" imgH="486" progId="TCLayout.ActiveDocument.1">
                  <p:embed/>
                </p:oleObj>
              </mc:Choice>
              <mc:Fallback>
                <p:oleObj name="think-cell Slide" r:id="rId11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9AF4C0-B935-339F-E77E-E16192E94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B6D23-6501-9EFC-2771-075043D3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049000" cy="11430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Forme libre 7">
            <a:extLst>
              <a:ext uri="{FF2B5EF4-FFF2-40B4-BE49-F238E27FC236}">
                <a16:creationId xmlns:a16="http://schemas.microsoft.com/office/drawing/2014/main" id="{F06E2DE6-8809-DAC7-28EF-39103754F320}"/>
              </a:ext>
            </a:extLst>
          </p:cNvPr>
          <p:cNvSpPr/>
          <p:nvPr userDrawn="1"/>
        </p:nvSpPr>
        <p:spPr>
          <a:xfrm flipH="1">
            <a:off x="10552413" y="2"/>
            <a:ext cx="1639587" cy="1412875"/>
          </a:xfrm>
          <a:custGeom>
            <a:avLst/>
            <a:gdLst>
              <a:gd name="connsiteX0" fmla="*/ 0 w 2423811"/>
              <a:gd name="connsiteY0" fmla="*/ 0 h 2088663"/>
              <a:gd name="connsiteX1" fmla="*/ 2423811 w 2423811"/>
              <a:gd name="connsiteY1" fmla="*/ 0 h 2088663"/>
              <a:gd name="connsiteX2" fmla="*/ 1051938 w 2423811"/>
              <a:gd name="connsiteY2" fmla="*/ 685990 h 2088663"/>
              <a:gd name="connsiteX3" fmla="*/ 0 w 2423811"/>
              <a:gd name="connsiteY3" fmla="*/ 2088663 h 208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811" h="2088663">
                <a:moveTo>
                  <a:pt x="0" y="0"/>
                </a:moveTo>
                <a:lnTo>
                  <a:pt x="2423811" y="0"/>
                </a:lnTo>
                <a:cubicBezTo>
                  <a:pt x="1862801" y="0"/>
                  <a:pt x="1364726" y="269449"/>
                  <a:pt x="1051938" y="685990"/>
                </a:cubicBezTo>
                <a:lnTo>
                  <a:pt x="0" y="2088663"/>
                </a:lnTo>
                <a:close/>
              </a:path>
            </a:pathLst>
          </a:custGeom>
          <a:gradFill>
            <a:gsLst>
              <a:gs pos="95000">
                <a:srgbClr val="F2EEEC"/>
              </a:gs>
              <a:gs pos="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 panose="020B0304020202020204" pitchFamily="34" charset="0"/>
              <a:ea typeface="+mn-ea"/>
              <a:cs typeface="Arial" panose="020B0604020202020204" pitchFamily="34" charset="0"/>
              <a:sym typeface="Avenir Next LT Pro Light" panose="020B03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2499589-6A15-8CB4-C042-C5C4EEF473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582400" y="215900"/>
            <a:ext cx="348715" cy="36769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7A198-FF6B-C11F-D0FD-AE8B2B79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1" y="1905000"/>
            <a:ext cx="1142999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093BF-22A5-BCE8-A5CC-4F7C28FA8A66}"/>
              </a:ext>
            </a:extLst>
          </p:cNvPr>
          <p:cNvSpPr txBox="1"/>
          <p:nvPr userDrawn="1"/>
        </p:nvSpPr>
        <p:spPr>
          <a:xfrm>
            <a:off x="381000" y="6574280"/>
            <a:ext cx="18114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055C4-468A-48E7-A43B-52A7F07931B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2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pos="240">
          <p15:clr>
            <a:srgbClr val="B4B4B4"/>
          </p15:clr>
        </p15:guide>
        <p15:guide id="19" pos="480">
          <p15:clr>
            <a:srgbClr val="B4B4B4"/>
          </p15:clr>
        </p15:guide>
        <p15:guide id="20" pos="720">
          <p15:clr>
            <a:srgbClr val="B4B4B4"/>
          </p15:clr>
        </p15:guide>
        <p15:guide id="21" pos="960">
          <p15:clr>
            <a:srgbClr val="B4B4B4"/>
          </p15:clr>
        </p15:guide>
        <p15:guide id="22" pos="1200">
          <p15:clr>
            <a:srgbClr val="B4B4B4"/>
          </p15:clr>
        </p15:guide>
        <p15:guide id="23" pos="1440">
          <p15:clr>
            <a:srgbClr val="B4B4B4"/>
          </p15:clr>
        </p15:guide>
        <p15:guide id="24" pos="1680">
          <p15:clr>
            <a:srgbClr val="B4B4B4"/>
          </p15:clr>
        </p15:guide>
        <p15:guide id="25" pos="1920">
          <p15:clr>
            <a:srgbClr val="B4B4B4"/>
          </p15:clr>
        </p15:guide>
        <p15:guide id="26" pos="2160">
          <p15:clr>
            <a:srgbClr val="B4B4B4"/>
          </p15:clr>
        </p15:guide>
        <p15:guide id="27" pos="2400">
          <p15:clr>
            <a:srgbClr val="B4B4B4"/>
          </p15:clr>
        </p15:guide>
        <p15:guide id="28" pos="2640">
          <p15:clr>
            <a:srgbClr val="B4B4B4"/>
          </p15:clr>
        </p15:guide>
        <p15:guide id="29" pos="2880">
          <p15:clr>
            <a:srgbClr val="B4B4B4"/>
          </p15:clr>
        </p15:guide>
        <p15:guide id="30" pos="3120">
          <p15:clr>
            <a:srgbClr val="B4B4B4"/>
          </p15:clr>
        </p15:guide>
        <p15:guide id="31" pos="3360">
          <p15:clr>
            <a:srgbClr val="B4B4B4"/>
          </p15:clr>
        </p15:guide>
        <p15:guide id="32" pos="3600">
          <p15:clr>
            <a:srgbClr val="B4B4B4"/>
          </p15:clr>
        </p15:guide>
        <p15:guide id="33" pos="3840">
          <p15:clr>
            <a:srgbClr val="B4B4B4"/>
          </p15:clr>
        </p15:guide>
        <p15:guide id="34" pos="4080">
          <p15:clr>
            <a:srgbClr val="B4B4B4"/>
          </p15:clr>
        </p15:guide>
        <p15:guide id="35" pos="4320">
          <p15:clr>
            <a:srgbClr val="B4B4B4"/>
          </p15:clr>
        </p15:guide>
        <p15:guide id="36" pos="4560">
          <p15:clr>
            <a:srgbClr val="B4B4B4"/>
          </p15:clr>
        </p15:guide>
        <p15:guide id="37" pos="4800">
          <p15:clr>
            <a:srgbClr val="B4B4B4"/>
          </p15:clr>
        </p15:guide>
        <p15:guide id="38" pos="5040">
          <p15:clr>
            <a:srgbClr val="B4B4B4"/>
          </p15:clr>
        </p15:guide>
        <p15:guide id="39" pos="5280">
          <p15:clr>
            <a:srgbClr val="B4B4B4"/>
          </p15:clr>
        </p15:guide>
        <p15:guide id="40" pos="5520">
          <p15:clr>
            <a:srgbClr val="B4B4B4"/>
          </p15:clr>
        </p15:guide>
        <p15:guide id="41" pos="5760">
          <p15:clr>
            <a:srgbClr val="B4B4B4"/>
          </p15:clr>
        </p15:guide>
        <p15:guide id="42" pos="6000">
          <p15:clr>
            <a:srgbClr val="B4B4B4"/>
          </p15:clr>
        </p15:guide>
        <p15:guide id="43" pos="6240">
          <p15:clr>
            <a:srgbClr val="B4B4B4"/>
          </p15:clr>
        </p15:guide>
        <p15:guide id="44" pos="6480">
          <p15:clr>
            <a:srgbClr val="B4B4B4"/>
          </p15:clr>
        </p15:guide>
        <p15:guide id="45" pos="6720">
          <p15:clr>
            <a:srgbClr val="B4B4B4"/>
          </p15:clr>
        </p15:guide>
        <p15:guide id="46" pos="6960">
          <p15:clr>
            <a:srgbClr val="B4B4B4"/>
          </p15:clr>
        </p15:guide>
        <p15:guide id="47" pos="7200">
          <p15:clr>
            <a:srgbClr val="B4B4B4"/>
          </p15:clr>
        </p15:guide>
        <p15:guide id="48" pos="7440">
          <p15:clr>
            <a:srgbClr val="B4B4B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5.xml"/><Relationship Id="rId1" Type="http://schemas.openxmlformats.org/officeDocument/2006/relationships/tags" Target="../tags/tag16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7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2A72E6-0D7A-D477-11F3-3BC8B03729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2A72E6-0D7A-D477-11F3-3BC8B03729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9BE27C4-4918-A4A4-E57D-E7D746E9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" y="381000"/>
            <a:ext cx="8100484" cy="1143000"/>
          </a:xfrm>
        </p:spPr>
        <p:txBody>
          <a:bodyPr vert="horz">
            <a:normAutofit fontScale="90000"/>
          </a:bodyPr>
          <a:lstStyle/>
          <a:p>
            <a:r>
              <a:rPr lang="en-US" b="1" dirty="0"/>
              <a:t>Executive Office – AI Deployment</a:t>
            </a:r>
            <a:endParaRPr lang="en-US" b="1" dirty="0">
              <a:sym typeface="Avenir Next LT Pro Light" panose="020B03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5E42-F067-4D13-075C-D05861BAA1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dirty="0"/>
              <a:t>28 April </a:t>
            </a:r>
            <a:r>
              <a:rPr lang="en-US" sz="1200" dirty="0">
                <a:sym typeface="Avenir Next LT Pro Light" panose="020B0304020202020204" pitchFamily="34" charset="0"/>
              </a:rPr>
              <a:t>2026</a:t>
            </a:r>
          </a:p>
          <a:p>
            <a:r>
              <a:rPr lang="en-US" sz="1200" dirty="0">
                <a:sym typeface="Avenir Next LT Pro Light" panose="020B0304020202020204" pitchFamily="34" charset="0"/>
              </a:rPr>
              <a:t>EO Internal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71CFE27-70D7-C56E-CBEA-4E83D77492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2857500"/>
            <a:ext cx="57150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User Training </a:t>
            </a:r>
            <a:endParaRPr lang="en-GB"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83D0C-1DE6-E547-84E3-7A4AF70D4061}"/>
              </a:ext>
            </a:extLst>
          </p:cNvPr>
          <p:cNvSpPr/>
          <p:nvPr/>
        </p:nvSpPr>
        <p:spPr>
          <a:xfrm>
            <a:off x="286327" y="6373091"/>
            <a:ext cx="424873" cy="381000"/>
          </a:xfrm>
          <a:prstGeom prst="rect">
            <a:avLst/>
          </a:prstGeom>
          <a:solidFill>
            <a:srgbClr val="4052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6407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2475E7-280C-8D07-15D9-443B92437452}"/>
              </a:ext>
            </a:extLst>
          </p:cNvPr>
          <p:cNvSpPr/>
          <p:nvPr/>
        </p:nvSpPr>
        <p:spPr>
          <a:xfrm>
            <a:off x="4459575" y="2049738"/>
            <a:ext cx="1905000" cy="3145644"/>
          </a:xfrm>
          <a:prstGeom prst="roundRect">
            <a:avLst>
              <a:gd name="adj" fmla="val 1123"/>
            </a:avLst>
          </a:prstGeom>
          <a:solidFill>
            <a:schemeClr val="bg1"/>
          </a:solidFill>
          <a:ln w="635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lIns="0" tIns="914400" rIns="0" bIns="27432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5F51"/>
              </a:buClr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3922E">
                  <a:lumMod val="50000"/>
                </a:srgbClr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523629-DBE0-DEA8-4949-DF983D0F7302}"/>
              </a:ext>
            </a:extLst>
          </p:cNvPr>
          <p:cNvSpPr/>
          <p:nvPr/>
        </p:nvSpPr>
        <p:spPr>
          <a:xfrm>
            <a:off x="2082437" y="2049738"/>
            <a:ext cx="1905000" cy="3145644"/>
          </a:xfrm>
          <a:prstGeom prst="roundRect">
            <a:avLst>
              <a:gd name="adj" fmla="val 1123"/>
            </a:avLst>
          </a:prstGeom>
          <a:solidFill>
            <a:schemeClr val="bg1"/>
          </a:solidFill>
          <a:ln w="635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lIns="0" tIns="914400" rIns="0" bIns="27432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5F51"/>
              </a:buClr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3922E">
                  <a:lumMod val="50000"/>
                </a:srgbClr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FF665-D242-4A05-13BE-0B8747E7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EO AI platform has been deployed on a secure, sovereign infrastructure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3CE2AF-67FF-0010-A917-8951FCAB3823}"/>
              </a:ext>
            </a:extLst>
          </p:cNvPr>
          <p:cNvSpPr txBox="1"/>
          <p:nvPr/>
        </p:nvSpPr>
        <p:spPr>
          <a:xfrm>
            <a:off x="2094492" y="1554265"/>
            <a:ext cx="1897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Data Centers – Core42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16FB6D-6A62-5500-97F9-43062283E54A}"/>
              </a:ext>
            </a:extLst>
          </p:cNvPr>
          <p:cNvSpPr txBox="1"/>
          <p:nvPr/>
        </p:nvSpPr>
        <p:spPr>
          <a:xfrm>
            <a:off x="4455179" y="1740797"/>
            <a:ext cx="1897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AI Agentic Platform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29622B-71D0-5E3E-A8EE-C0195504DD69}"/>
              </a:ext>
            </a:extLst>
          </p:cNvPr>
          <p:cNvSpPr txBox="1"/>
          <p:nvPr/>
        </p:nvSpPr>
        <p:spPr>
          <a:xfrm>
            <a:off x="6836709" y="1740797"/>
            <a:ext cx="1897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455F51">
                    <a:lumMod val="75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EO Users</a:t>
            </a:r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567E4850-6629-8EEF-9D3D-6DE572A8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644" y="4448364"/>
            <a:ext cx="422503" cy="385391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3D168C42-447F-B8AA-5403-29969F649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319" y="4603420"/>
            <a:ext cx="546325" cy="513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18F817-A119-8B06-B713-5DACE8C9E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425" y="4603420"/>
            <a:ext cx="460218" cy="435172"/>
          </a:xfrm>
          <a:prstGeom prst="rect">
            <a:avLst/>
          </a:prstGeom>
        </p:spPr>
      </p:pic>
      <p:sp>
        <p:nvSpPr>
          <p:cNvPr id="59" name="Oval 58">
            <a:extLst>
              <a:ext uri="{FF2B5EF4-FFF2-40B4-BE49-F238E27FC236}">
                <a16:creationId xmlns:a16="http://schemas.microsoft.com/office/drawing/2014/main" id="{B7ABBA6A-EC69-81F4-127E-AF335CBB7B94}"/>
              </a:ext>
            </a:extLst>
          </p:cNvPr>
          <p:cNvSpPr/>
          <p:nvPr/>
        </p:nvSpPr>
        <p:spPr>
          <a:xfrm>
            <a:off x="5980308" y="4784828"/>
            <a:ext cx="314591" cy="340082"/>
          </a:xfrm>
          <a:prstGeom prst="ellipse">
            <a:avLst/>
          </a:prstGeom>
          <a:solidFill>
            <a:srgbClr val="EAD5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E" sz="1100" b="1" i="0" u="none" strike="noStrike" kern="1200" cap="none" spc="0" normalizeH="0" baseline="0" noProof="0">
                <a:ln>
                  <a:noFill/>
                </a:ln>
                <a:solidFill>
                  <a:srgbClr val="C3922E">
                    <a:lumMod val="50000"/>
                  </a:srgbClr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…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C37BAE-3666-571D-1F42-A529D2146C2B}"/>
              </a:ext>
            </a:extLst>
          </p:cNvPr>
          <p:cNvSpPr/>
          <p:nvPr/>
        </p:nvSpPr>
        <p:spPr>
          <a:xfrm>
            <a:off x="6836713" y="2054757"/>
            <a:ext cx="1905000" cy="3140624"/>
          </a:xfrm>
          <a:prstGeom prst="roundRect">
            <a:avLst>
              <a:gd name="adj" fmla="val 1123"/>
            </a:avLst>
          </a:prstGeom>
          <a:solidFill>
            <a:schemeClr val="bg1"/>
          </a:solidFill>
          <a:ln w="635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lIns="0" tIns="914400" rIns="0" bIns="27432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5F51"/>
              </a:buClr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C3922E">
                  <a:lumMod val="50000"/>
                </a:srgbClr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C320F1E-BE14-984A-76B7-6D5737ED6032}"/>
              </a:ext>
            </a:extLst>
          </p:cNvPr>
          <p:cNvGrpSpPr/>
          <p:nvPr/>
        </p:nvGrpSpPr>
        <p:grpSpPr>
          <a:xfrm>
            <a:off x="2166364" y="2835993"/>
            <a:ext cx="1721467" cy="484165"/>
            <a:chOff x="2858514" y="2639481"/>
            <a:chExt cx="1721467" cy="446397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A9A95D23-9DBC-61F8-A9EE-F373E2F85912}"/>
                </a:ext>
              </a:extLst>
            </p:cNvPr>
            <p:cNvSpPr/>
            <p:nvPr/>
          </p:nvSpPr>
          <p:spPr>
            <a:xfrm>
              <a:off x="2858514" y="2650706"/>
              <a:ext cx="1721467" cy="43517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 Regular"/>
                  <a:ea typeface="+mn-ea"/>
                  <a:cs typeface="+mn-cs"/>
                </a:rPr>
                <a:t>Access</a:t>
              </a:r>
              <a:b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 Regular"/>
                  <a:ea typeface="+mn-ea"/>
                  <a:cs typeface="+mn-cs"/>
                </a:rPr>
              </a:b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 Regular"/>
                  <a:ea typeface="+mn-ea"/>
                  <a:cs typeface="+mn-cs"/>
                </a:rPr>
                <a:t>Control</a:t>
              </a:r>
            </a:p>
          </p:txBody>
        </p:sp>
        <p:pic>
          <p:nvPicPr>
            <p:cNvPr id="76" name="Graphic 75" descr="Key outline">
              <a:extLst>
                <a:ext uri="{FF2B5EF4-FFF2-40B4-BE49-F238E27FC236}">
                  <a16:creationId xmlns:a16="http://schemas.microsoft.com/office/drawing/2014/main" id="{5BDEF1F3-CFDE-E86D-0677-A7ECB8EC99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78670" y="2639481"/>
              <a:ext cx="435175" cy="435175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E17E06A-3008-3937-DAC4-84DE88F553C2}"/>
              </a:ext>
            </a:extLst>
          </p:cNvPr>
          <p:cNvGrpSpPr/>
          <p:nvPr/>
        </p:nvGrpSpPr>
        <p:grpSpPr>
          <a:xfrm>
            <a:off x="2177090" y="3505141"/>
            <a:ext cx="1721467" cy="476169"/>
            <a:chOff x="2869240" y="3240911"/>
            <a:chExt cx="1721467" cy="439025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37CE61AA-5AA4-C312-2ACC-324CB28C29A1}"/>
                </a:ext>
              </a:extLst>
            </p:cNvPr>
            <p:cNvSpPr/>
            <p:nvPr/>
          </p:nvSpPr>
          <p:spPr>
            <a:xfrm>
              <a:off x="2869240" y="3244764"/>
              <a:ext cx="1721467" cy="43517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 Regular"/>
                  <a:ea typeface="+mn-ea"/>
                  <a:cs typeface="+mn-cs"/>
                </a:rPr>
                <a:t>Security Ops Center</a:t>
              </a:r>
            </a:p>
          </p:txBody>
        </p:sp>
        <p:pic>
          <p:nvPicPr>
            <p:cNvPr id="78" name="Graphic 77" descr="Lock outline">
              <a:extLst>
                <a:ext uri="{FF2B5EF4-FFF2-40B4-BE49-F238E27FC236}">
                  <a16:creationId xmlns:a16="http://schemas.microsoft.com/office/drawing/2014/main" id="{F84DDB0F-C473-31B7-06E7-CDCCDB1136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78669" y="3240911"/>
              <a:ext cx="435175" cy="435175"/>
            </a:xfrm>
            <a:prstGeom prst="rect">
              <a:avLst/>
            </a:prstGeom>
          </p:spPr>
        </p:pic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6AD974E-B54C-F00B-DC53-FFB4EE694EF6}"/>
              </a:ext>
            </a:extLst>
          </p:cNvPr>
          <p:cNvSpPr/>
          <p:nvPr/>
        </p:nvSpPr>
        <p:spPr>
          <a:xfrm>
            <a:off x="2177090" y="4166293"/>
            <a:ext cx="1721467" cy="47199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Data </a:t>
            </a:r>
            <a:b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Encryption</a:t>
            </a:r>
          </a:p>
        </p:txBody>
      </p:sp>
      <p:pic>
        <p:nvPicPr>
          <p:cNvPr id="81" name="Graphic 80" descr="Safe outline">
            <a:extLst>
              <a:ext uri="{FF2B5EF4-FFF2-40B4-BE49-F238E27FC236}">
                <a16:creationId xmlns:a16="http://schemas.microsoft.com/office/drawing/2014/main" id="{3C9BEFF0-4523-7DB3-9E29-56B2C1C50B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9218" y="4166292"/>
            <a:ext cx="435175" cy="471993"/>
          </a:xfrm>
          <a:prstGeom prst="rect">
            <a:avLst/>
          </a:prstGeom>
        </p:spPr>
      </p:pic>
      <p:sp>
        <p:nvSpPr>
          <p:cNvPr id="3" name="Grid3">
            <a:extLst>
              <a:ext uri="{FF2B5EF4-FFF2-40B4-BE49-F238E27FC236}">
                <a16:creationId xmlns:a16="http://schemas.microsoft.com/office/drawing/2014/main" id="{FF27B1BD-A81A-E4DC-DD91-4E99A6F2D39E}"/>
              </a:ext>
            </a:extLst>
          </p:cNvPr>
          <p:cNvSpPr>
            <a:spLocks/>
          </p:cNvSpPr>
          <p:nvPr/>
        </p:nvSpPr>
        <p:spPr bwMode="gray">
          <a:xfrm>
            <a:off x="7044583" y="2633896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Optimization</a:t>
            </a:r>
          </a:p>
        </p:txBody>
      </p:sp>
      <p:sp>
        <p:nvSpPr>
          <p:cNvPr id="18" name="Grid3">
            <a:extLst>
              <a:ext uri="{FF2B5EF4-FFF2-40B4-BE49-F238E27FC236}">
                <a16:creationId xmlns:a16="http://schemas.microsoft.com/office/drawing/2014/main" id="{08CDB4A6-7BAC-2E8C-4E98-35EF618A29AA}"/>
              </a:ext>
            </a:extLst>
          </p:cNvPr>
          <p:cNvSpPr>
            <a:spLocks/>
          </p:cNvSpPr>
          <p:nvPr/>
        </p:nvSpPr>
        <p:spPr bwMode="gray">
          <a:xfrm>
            <a:off x="7044583" y="3103941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Finance</a:t>
            </a:r>
          </a:p>
        </p:txBody>
      </p:sp>
      <p:sp>
        <p:nvSpPr>
          <p:cNvPr id="20" name="Grid3">
            <a:extLst>
              <a:ext uri="{FF2B5EF4-FFF2-40B4-BE49-F238E27FC236}">
                <a16:creationId xmlns:a16="http://schemas.microsoft.com/office/drawing/2014/main" id="{A98124A5-D612-5FDB-0B0B-B1C4EEF37583}"/>
              </a:ext>
            </a:extLst>
          </p:cNvPr>
          <p:cNvSpPr>
            <a:spLocks/>
          </p:cNvSpPr>
          <p:nvPr/>
        </p:nvSpPr>
        <p:spPr bwMode="gray">
          <a:xfrm>
            <a:off x="7044583" y="3573986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Strategic Comms</a:t>
            </a:r>
          </a:p>
        </p:txBody>
      </p:sp>
      <p:sp>
        <p:nvSpPr>
          <p:cNvPr id="21" name="Grid3">
            <a:extLst>
              <a:ext uri="{FF2B5EF4-FFF2-40B4-BE49-F238E27FC236}">
                <a16:creationId xmlns:a16="http://schemas.microsoft.com/office/drawing/2014/main" id="{A4770A13-0F95-9370-07B4-BA0066093C96}"/>
              </a:ext>
            </a:extLst>
          </p:cNvPr>
          <p:cNvSpPr>
            <a:spLocks/>
          </p:cNvSpPr>
          <p:nvPr/>
        </p:nvSpPr>
        <p:spPr bwMode="gray">
          <a:xfrm>
            <a:off x="7044583" y="4044032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Technology</a:t>
            </a:r>
          </a:p>
        </p:txBody>
      </p:sp>
      <p:sp>
        <p:nvSpPr>
          <p:cNvPr id="65" name="Grid3">
            <a:extLst>
              <a:ext uri="{FF2B5EF4-FFF2-40B4-BE49-F238E27FC236}">
                <a16:creationId xmlns:a16="http://schemas.microsoft.com/office/drawing/2014/main" id="{B3E41072-998E-07BD-B3C7-F336270FD338}"/>
              </a:ext>
            </a:extLst>
          </p:cNvPr>
          <p:cNvSpPr>
            <a:spLocks/>
          </p:cNvSpPr>
          <p:nvPr/>
        </p:nvSpPr>
        <p:spPr bwMode="gray">
          <a:xfrm>
            <a:off x="4667445" y="2633896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Custom-built AI Agent</a:t>
            </a:r>
          </a:p>
        </p:txBody>
      </p:sp>
      <p:sp>
        <p:nvSpPr>
          <p:cNvPr id="67" name="Grid3">
            <a:extLst>
              <a:ext uri="{FF2B5EF4-FFF2-40B4-BE49-F238E27FC236}">
                <a16:creationId xmlns:a16="http://schemas.microsoft.com/office/drawing/2014/main" id="{6FFB49CD-343D-852C-E7B6-E4950128470B}"/>
              </a:ext>
            </a:extLst>
          </p:cNvPr>
          <p:cNvSpPr>
            <a:spLocks/>
          </p:cNvSpPr>
          <p:nvPr/>
        </p:nvSpPr>
        <p:spPr bwMode="gray">
          <a:xfrm>
            <a:off x="4667445" y="3103941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Custom-built AI Agent</a:t>
            </a:r>
          </a:p>
        </p:txBody>
      </p:sp>
      <p:sp>
        <p:nvSpPr>
          <p:cNvPr id="71" name="Grid3">
            <a:extLst>
              <a:ext uri="{FF2B5EF4-FFF2-40B4-BE49-F238E27FC236}">
                <a16:creationId xmlns:a16="http://schemas.microsoft.com/office/drawing/2014/main" id="{74FFA112-8190-447A-BF8C-C7720BA5E4B1}"/>
              </a:ext>
            </a:extLst>
          </p:cNvPr>
          <p:cNvSpPr>
            <a:spLocks/>
          </p:cNvSpPr>
          <p:nvPr/>
        </p:nvSpPr>
        <p:spPr bwMode="gray">
          <a:xfrm>
            <a:off x="4667445" y="3573986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Custom-built AI Agent</a:t>
            </a:r>
          </a:p>
        </p:txBody>
      </p:sp>
      <p:sp>
        <p:nvSpPr>
          <p:cNvPr id="77" name="Grid3">
            <a:extLst>
              <a:ext uri="{FF2B5EF4-FFF2-40B4-BE49-F238E27FC236}">
                <a16:creationId xmlns:a16="http://schemas.microsoft.com/office/drawing/2014/main" id="{E27A4876-CA0E-A995-AD45-41FBD2A02E29}"/>
              </a:ext>
            </a:extLst>
          </p:cNvPr>
          <p:cNvSpPr>
            <a:spLocks/>
          </p:cNvSpPr>
          <p:nvPr/>
        </p:nvSpPr>
        <p:spPr bwMode="gray">
          <a:xfrm>
            <a:off x="4667445" y="4044032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Custom-built AI Agent</a:t>
            </a:r>
          </a:p>
        </p:txBody>
      </p:sp>
      <p:sp>
        <p:nvSpPr>
          <p:cNvPr id="13" name="Grid3">
            <a:extLst>
              <a:ext uri="{FF2B5EF4-FFF2-40B4-BE49-F238E27FC236}">
                <a16:creationId xmlns:a16="http://schemas.microsoft.com/office/drawing/2014/main" id="{28DC0B96-613B-FF2D-4AA4-A79E717747AA}"/>
              </a:ext>
            </a:extLst>
          </p:cNvPr>
          <p:cNvSpPr>
            <a:spLocks/>
          </p:cNvSpPr>
          <p:nvPr/>
        </p:nvSpPr>
        <p:spPr bwMode="gray">
          <a:xfrm>
            <a:off x="7044583" y="4482563"/>
            <a:ext cx="1489261" cy="351192"/>
          </a:xfrm>
          <a:prstGeom prst="round2Diag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 Regular"/>
                <a:ea typeface="+mn-ea"/>
                <a:cs typeface="+mn-cs"/>
              </a:rPr>
              <a:t>…</a:t>
            </a:r>
          </a:p>
        </p:txBody>
      </p:sp>
      <p:sp>
        <p:nvSpPr>
          <p:cNvPr id="28" name="Arrow: Up-Down 27">
            <a:extLst>
              <a:ext uri="{FF2B5EF4-FFF2-40B4-BE49-F238E27FC236}">
                <a16:creationId xmlns:a16="http://schemas.microsoft.com/office/drawing/2014/main" id="{7F56CF00-CDFD-FB18-634B-E50E4BAE0924}"/>
              </a:ext>
            </a:extLst>
          </p:cNvPr>
          <p:cNvSpPr/>
          <p:nvPr/>
        </p:nvSpPr>
        <p:spPr>
          <a:xfrm rot="16200000">
            <a:off x="6471569" y="2355390"/>
            <a:ext cx="252250" cy="908205"/>
          </a:xfrm>
          <a:prstGeom prst="upDownArrow">
            <a:avLst/>
          </a:prstGeom>
          <a:solidFill>
            <a:srgbClr val="D7E2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Up-Down 28">
            <a:extLst>
              <a:ext uri="{FF2B5EF4-FFF2-40B4-BE49-F238E27FC236}">
                <a16:creationId xmlns:a16="http://schemas.microsoft.com/office/drawing/2014/main" id="{8377D3EF-B171-61B4-6F98-863B43932A57}"/>
              </a:ext>
            </a:extLst>
          </p:cNvPr>
          <p:cNvSpPr/>
          <p:nvPr/>
        </p:nvSpPr>
        <p:spPr>
          <a:xfrm rot="16200000">
            <a:off x="6471569" y="2817557"/>
            <a:ext cx="252250" cy="908205"/>
          </a:xfrm>
          <a:prstGeom prst="upDownArrow">
            <a:avLst/>
          </a:prstGeom>
          <a:solidFill>
            <a:srgbClr val="D7E2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Up-Down 29">
            <a:extLst>
              <a:ext uri="{FF2B5EF4-FFF2-40B4-BE49-F238E27FC236}">
                <a16:creationId xmlns:a16="http://schemas.microsoft.com/office/drawing/2014/main" id="{49CC7F75-E71E-D1F2-C267-303C444883A2}"/>
              </a:ext>
            </a:extLst>
          </p:cNvPr>
          <p:cNvSpPr/>
          <p:nvPr/>
        </p:nvSpPr>
        <p:spPr>
          <a:xfrm rot="16200000">
            <a:off x="6471569" y="3279724"/>
            <a:ext cx="252250" cy="908205"/>
          </a:xfrm>
          <a:prstGeom prst="upDownArrow">
            <a:avLst/>
          </a:prstGeom>
          <a:solidFill>
            <a:srgbClr val="D7E2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D064CF8B-2F53-4F6F-20B5-F58597EE280C}"/>
              </a:ext>
            </a:extLst>
          </p:cNvPr>
          <p:cNvSpPr/>
          <p:nvPr/>
        </p:nvSpPr>
        <p:spPr>
          <a:xfrm rot="16200000">
            <a:off x="6471569" y="3741891"/>
            <a:ext cx="252250" cy="908205"/>
          </a:xfrm>
          <a:prstGeom prst="upDownArrow">
            <a:avLst/>
          </a:prstGeom>
          <a:solidFill>
            <a:srgbClr val="D7E2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B0CE67D5-01B4-7DDC-71AE-F5AFBD63C748}"/>
              </a:ext>
            </a:extLst>
          </p:cNvPr>
          <p:cNvSpPr/>
          <p:nvPr/>
        </p:nvSpPr>
        <p:spPr>
          <a:xfrm rot="16200000">
            <a:off x="3830631" y="3520084"/>
            <a:ext cx="826472" cy="204953"/>
          </a:xfrm>
          <a:prstGeom prst="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Regular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28B7766-E101-12F1-1B7F-034D70EBC6F7}"/>
              </a:ext>
            </a:extLst>
          </p:cNvPr>
          <p:cNvSpPr/>
          <p:nvPr/>
        </p:nvSpPr>
        <p:spPr>
          <a:xfrm>
            <a:off x="1172995" y="5324718"/>
            <a:ext cx="9024643" cy="567850"/>
          </a:xfrm>
          <a:prstGeom prst="roundRect">
            <a:avLst>
              <a:gd name="adj" fmla="val 1123"/>
            </a:avLst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/>
              <a:t>Deployed in sovereign infrastructure within UAE</a:t>
            </a:r>
          </a:p>
        </p:txBody>
      </p:sp>
      <p:pic>
        <p:nvPicPr>
          <p:cNvPr id="86" name="Picture 85" descr="History of the UAE Flag: Colour Meanings, Flag Day &amp; More ...">
            <a:extLst>
              <a:ext uri="{FF2B5EF4-FFF2-40B4-BE49-F238E27FC236}">
                <a16:creationId xmlns:a16="http://schemas.microsoft.com/office/drawing/2014/main" id="{D8F78ED0-E4AA-AB09-F10D-40DBC4ACC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" r="20439"/>
          <a:stretch>
            <a:fillRect/>
          </a:stretch>
        </p:blipFill>
        <p:spPr bwMode="auto">
          <a:xfrm>
            <a:off x="2477930" y="5379029"/>
            <a:ext cx="549167" cy="434019"/>
          </a:xfrm>
          <a:custGeom>
            <a:avLst/>
            <a:gdLst>
              <a:gd name="csX0" fmla="*/ 4768858 w 5239337"/>
              <a:gd name="csY0" fmla="*/ 0 h 4140792"/>
              <a:gd name="csX1" fmla="*/ 4798123 w 5239337"/>
              <a:gd name="csY1" fmla="*/ 0 h 4140792"/>
              <a:gd name="csX2" fmla="*/ 4799033 w 5239337"/>
              <a:gd name="csY2" fmla="*/ 1516 h 4140792"/>
              <a:gd name="csX3" fmla="*/ 4901404 w 5239337"/>
              <a:gd name="csY3" fmla="*/ 120720 h 4140792"/>
              <a:gd name="csX4" fmla="*/ 4906992 w 5239337"/>
              <a:gd name="csY4" fmla="*/ 351419 h 4140792"/>
              <a:gd name="csX5" fmla="*/ 4962746 w 5239337"/>
              <a:gd name="csY5" fmla="*/ 406475 h 4140792"/>
              <a:gd name="csX6" fmla="*/ 5002435 w 5239337"/>
              <a:gd name="csY6" fmla="*/ 414031 h 4140792"/>
              <a:gd name="csX7" fmla="*/ 5032026 w 5239337"/>
              <a:gd name="csY7" fmla="*/ 454672 h 4140792"/>
              <a:gd name="csX8" fmla="*/ 5207670 w 5239337"/>
              <a:gd name="csY8" fmla="*/ 462673 h 4140792"/>
              <a:gd name="csX9" fmla="*/ 5210019 w 5239337"/>
              <a:gd name="csY9" fmla="*/ 612599 h 4140792"/>
              <a:gd name="csX10" fmla="*/ 5232753 w 5239337"/>
              <a:gd name="csY10" fmla="*/ 785703 h 4140792"/>
              <a:gd name="csX11" fmla="*/ 5050060 w 5239337"/>
              <a:gd name="csY11" fmla="*/ 922421 h 4140792"/>
              <a:gd name="csX12" fmla="*/ 4102560 w 5239337"/>
              <a:gd name="csY12" fmla="*/ 3806514 h 4140792"/>
              <a:gd name="csX13" fmla="*/ 3744524 w 5239337"/>
              <a:gd name="csY13" fmla="*/ 4140792 h 4140792"/>
              <a:gd name="csX14" fmla="*/ 3663791 w 5239337"/>
              <a:gd name="csY14" fmla="*/ 4140792 h 4140792"/>
              <a:gd name="csX15" fmla="*/ 511827 w 5239337"/>
              <a:gd name="csY15" fmla="*/ 3659382 h 4140792"/>
              <a:gd name="csX16" fmla="*/ 272936 w 5239337"/>
              <a:gd name="csY16" fmla="*/ 2802435 h 4140792"/>
              <a:gd name="csX17" fmla="*/ 1659 w 5239337"/>
              <a:gd name="csY17" fmla="*/ 2494010 h 4140792"/>
              <a:gd name="csX18" fmla="*/ 2993 w 5239337"/>
              <a:gd name="csY18" fmla="*/ 2115226 h 4140792"/>
              <a:gd name="csX19" fmla="*/ 142759 w 5239337"/>
              <a:gd name="csY19" fmla="*/ 2097128 h 4140792"/>
              <a:gd name="csX20" fmla="*/ 200862 w 5239337"/>
              <a:gd name="csY20" fmla="*/ 2191046 h 4140792"/>
              <a:gd name="csX21" fmla="*/ 280493 w 5239337"/>
              <a:gd name="csY21" fmla="*/ 2549002 h 4140792"/>
              <a:gd name="csX22" fmla="*/ 525480 w 5239337"/>
              <a:gd name="csY22" fmla="*/ 2503345 h 4140792"/>
              <a:gd name="csX23" fmla="*/ 825205 w 5239337"/>
              <a:gd name="csY23" fmla="*/ 2541382 h 4140792"/>
              <a:gd name="csX24" fmla="*/ 1047205 w 5239337"/>
              <a:gd name="csY24" fmla="*/ 2295061 h 4140792"/>
              <a:gd name="csX25" fmla="*/ 1182716 w 5239337"/>
              <a:gd name="csY25" fmla="*/ 2222035 h 4140792"/>
              <a:gd name="csX26" fmla="*/ 1217959 w 5239337"/>
              <a:gd name="csY26" fmla="*/ 2185585 h 4140792"/>
              <a:gd name="csX27" fmla="*/ 1338167 w 5239337"/>
              <a:gd name="csY27" fmla="*/ 2216828 h 4140792"/>
              <a:gd name="csX28" fmla="*/ 1789977 w 5239337"/>
              <a:gd name="csY28" fmla="*/ 2220701 h 4140792"/>
              <a:gd name="csX29" fmla="*/ 1984418 w 5239337"/>
              <a:gd name="csY29" fmla="*/ 2274804 h 4140792"/>
              <a:gd name="csX30" fmla="*/ 2097259 w 5239337"/>
              <a:gd name="csY30" fmla="*/ 2303062 h 4140792"/>
              <a:gd name="csX31" fmla="*/ 2208259 w 5239337"/>
              <a:gd name="csY31" fmla="*/ 2407204 h 4140792"/>
              <a:gd name="csX32" fmla="*/ 2676897 w 5239337"/>
              <a:gd name="csY32" fmla="*/ 2267311 h 4140792"/>
              <a:gd name="csX33" fmla="*/ 2795644 w 5239337"/>
              <a:gd name="csY33" fmla="*/ 2215939 h 4140792"/>
              <a:gd name="csX34" fmla="*/ 2857431 w 5239337"/>
              <a:gd name="csY34" fmla="*/ 2164058 h 4140792"/>
              <a:gd name="csX35" fmla="*/ 2827839 w 5239337"/>
              <a:gd name="csY35" fmla="*/ 2027023 h 4140792"/>
              <a:gd name="csX36" fmla="*/ 2930140 w 5239337"/>
              <a:gd name="csY36" fmla="*/ 2042200 h 4140792"/>
              <a:gd name="csX37" fmla="*/ 3035361 w 5239337"/>
              <a:gd name="csY37" fmla="*/ 1979715 h 4140792"/>
              <a:gd name="csX38" fmla="*/ 3195447 w 5239337"/>
              <a:gd name="csY38" fmla="*/ 2064616 h 4140792"/>
              <a:gd name="csX39" fmla="*/ 3399476 w 5239337"/>
              <a:gd name="csY39" fmla="*/ 1892210 h 4140792"/>
              <a:gd name="csX40" fmla="*/ 3469010 w 5239337"/>
              <a:gd name="csY40" fmla="*/ 1772383 h 4140792"/>
              <a:gd name="csX41" fmla="*/ 3320798 w 5239337"/>
              <a:gd name="csY41" fmla="*/ 1643921 h 4140792"/>
              <a:gd name="csX42" fmla="*/ 3408493 w 5239337"/>
              <a:gd name="csY42" fmla="*/ 1493868 h 4140792"/>
              <a:gd name="csX43" fmla="*/ 3515048 w 5239337"/>
              <a:gd name="csY43" fmla="*/ 1382169 h 4140792"/>
              <a:gd name="csX44" fmla="*/ 3724221 w 5239337"/>
              <a:gd name="csY44" fmla="*/ 1199032 h 4140792"/>
              <a:gd name="csX45" fmla="*/ 4036519 w 5239337"/>
              <a:gd name="csY45" fmla="*/ 714265 h 4140792"/>
              <a:gd name="csX46" fmla="*/ 4040393 w 5239337"/>
              <a:gd name="csY46" fmla="*/ 636857 h 4140792"/>
              <a:gd name="csX47" fmla="*/ 4122944 w 5239337"/>
              <a:gd name="csY47" fmla="*/ 588850 h 4140792"/>
              <a:gd name="csX48" fmla="*/ 4193938 w 5239337"/>
              <a:gd name="csY48" fmla="*/ 574054 h 4140792"/>
              <a:gd name="csX49" fmla="*/ 4216228 w 5239337"/>
              <a:gd name="csY49" fmla="*/ 519824 h 4140792"/>
              <a:gd name="csX50" fmla="*/ 4345769 w 5239337"/>
              <a:gd name="csY50" fmla="*/ 447941 h 4140792"/>
              <a:gd name="csX51" fmla="*/ 4612919 w 5239337"/>
              <a:gd name="csY51" fmla="*/ 277695 h 4140792"/>
              <a:gd name="csX52" fmla="*/ 4803168 w 5239337"/>
              <a:gd name="csY52" fmla="*/ 96716 h 4140792"/>
              <a:gd name="csX53" fmla="*/ 4766227 w 5239337"/>
              <a:gd name="csY53" fmla="*/ 38319 h 4140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5239337" h="4140792">
                <a:moveTo>
                  <a:pt x="4768858" y="0"/>
                </a:moveTo>
                <a:lnTo>
                  <a:pt x="4798123" y="0"/>
                </a:lnTo>
                <a:lnTo>
                  <a:pt x="4799033" y="1516"/>
                </a:lnTo>
                <a:cubicBezTo>
                  <a:pt x="4832192" y="42340"/>
                  <a:pt x="4879068" y="72904"/>
                  <a:pt x="4901404" y="120720"/>
                </a:cubicBezTo>
                <a:cubicBezTo>
                  <a:pt x="4936775" y="196350"/>
                  <a:pt x="4891308" y="276234"/>
                  <a:pt x="4906992" y="351419"/>
                </a:cubicBezTo>
                <a:cubicBezTo>
                  <a:pt x="4920264" y="414920"/>
                  <a:pt x="4921026" y="378598"/>
                  <a:pt x="4962746" y="406475"/>
                </a:cubicBezTo>
                <a:cubicBezTo>
                  <a:pt x="4970557" y="411745"/>
                  <a:pt x="4993163" y="409523"/>
                  <a:pt x="5002435" y="414031"/>
                </a:cubicBezTo>
                <a:cubicBezTo>
                  <a:pt x="5021993" y="423557"/>
                  <a:pt x="5016849" y="443115"/>
                  <a:pt x="5032026" y="454672"/>
                </a:cubicBezTo>
                <a:cubicBezTo>
                  <a:pt x="5097432" y="504330"/>
                  <a:pt x="5129818" y="505092"/>
                  <a:pt x="5207670" y="462673"/>
                </a:cubicBezTo>
                <a:cubicBezTo>
                  <a:pt x="5219989" y="516332"/>
                  <a:pt x="5203860" y="567831"/>
                  <a:pt x="5210019" y="612599"/>
                </a:cubicBezTo>
                <a:cubicBezTo>
                  <a:pt x="5218719" y="676164"/>
                  <a:pt x="5253708" y="715725"/>
                  <a:pt x="5232753" y="785703"/>
                </a:cubicBezTo>
                <a:cubicBezTo>
                  <a:pt x="5196050" y="908769"/>
                  <a:pt x="5174586" y="922421"/>
                  <a:pt x="5050060" y="922421"/>
                </a:cubicBezTo>
                <a:lnTo>
                  <a:pt x="4102560" y="3806514"/>
                </a:lnTo>
                <a:lnTo>
                  <a:pt x="3744524" y="4140792"/>
                </a:lnTo>
                <a:lnTo>
                  <a:pt x="3663791" y="4140792"/>
                </a:lnTo>
                <a:lnTo>
                  <a:pt x="511827" y="3659382"/>
                </a:lnTo>
                <a:lnTo>
                  <a:pt x="272936" y="2802435"/>
                </a:lnTo>
                <a:lnTo>
                  <a:pt x="1659" y="2494010"/>
                </a:lnTo>
                <a:cubicBezTo>
                  <a:pt x="4263" y="2376533"/>
                  <a:pt x="-4246" y="2239180"/>
                  <a:pt x="2993" y="2115226"/>
                </a:cubicBezTo>
                <a:cubicBezTo>
                  <a:pt x="51127" y="2173139"/>
                  <a:pt x="93228" y="2111607"/>
                  <a:pt x="142759" y="2097128"/>
                </a:cubicBezTo>
                <a:cubicBezTo>
                  <a:pt x="233184" y="2070712"/>
                  <a:pt x="245122" y="2115607"/>
                  <a:pt x="200862" y="2191046"/>
                </a:cubicBezTo>
                <a:cubicBezTo>
                  <a:pt x="285573" y="2231687"/>
                  <a:pt x="274523" y="2465879"/>
                  <a:pt x="280493" y="2549002"/>
                </a:cubicBezTo>
                <a:cubicBezTo>
                  <a:pt x="368505" y="2512679"/>
                  <a:pt x="424259" y="2489374"/>
                  <a:pt x="525480" y="2503345"/>
                </a:cubicBezTo>
                <a:cubicBezTo>
                  <a:pt x="617112" y="2515982"/>
                  <a:pt x="733001" y="2515474"/>
                  <a:pt x="825205" y="2541382"/>
                </a:cubicBezTo>
                <a:cubicBezTo>
                  <a:pt x="875244" y="2439272"/>
                  <a:pt x="949667" y="2356657"/>
                  <a:pt x="1047205" y="2295061"/>
                </a:cubicBezTo>
                <a:cubicBezTo>
                  <a:pt x="1087338" y="2269661"/>
                  <a:pt x="1139027" y="2242990"/>
                  <a:pt x="1182716" y="2222035"/>
                </a:cubicBezTo>
                <a:cubicBezTo>
                  <a:pt x="1194527" y="2216383"/>
                  <a:pt x="1209704" y="2187490"/>
                  <a:pt x="1217959" y="2185585"/>
                </a:cubicBezTo>
                <a:cubicBezTo>
                  <a:pt x="1247932" y="2178473"/>
                  <a:pt x="1306226" y="2211557"/>
                  <a:pt x="1338167" y="2216828"/>
                </a:cubicBezTo>
                <a:cubicBezTo>
                  <a:pt x="1493364" y="2242419"/>
                  <a:pt x="1647481" y="2339957"/>
                  <a:pt x="1789977" y="2220701"/>
                </a:cubicBezTo>
                <a:cubicBezTo>
                  <a:pt x="1783564" y="2361102"/>
                  <a:pt x="1915328" y="2270804"/>
                  <a:pt x="1984418" y="2274804"/>
                </a:cubicBezTo>
                <a:cubicBezTo>
                  <a:pt x="1993054" y="2275312"/>
                  <a:pt x="2087861" y="2297665"/>
                  <a:pt x="2097259" y="2303062"/>
                </a:cubicBezTo>
                <a:cubicBezTo>
                  <a:pt x="2139678" y="2327256"/>
                  <a:pt x="2142345" y="2389805"/>
                  <a:pt x="2208259" y="2407204"/>
                </a:cubicBezTo>
                <a:cubicBezTo>
                  <a:pt x="2344913" y="2443273"/>
                  <a:pt x="2538274" y="2312397"/>
                  <a:pt x="2676897" y="2267311"/>
                </a:cubicBezTo>
                <a:cubicBezTo>
                  <a:pt x="2724904" y="2251690"/>
                  <a:pt x="2754559" y="2231497"/>
                  <a:pt x="2795644" y="2215939"/>
                </a:cubicBezTo>
                <a:cubicBezTo>
                  <a:pt x="2848160" y="2196063"/>
                  <a:pt x="2853049" y="2261660"/>
                  <a:pt x="2857431" y="2164058"/>
                </a:cubicBezTo>
                <a:cubicBezTo>
                  <a:pt x="2858955" y="2128371"/>
                  <a:pt x="2840031" y="2059155"/>
                  <a:pt x="2827839" y="2027023"/>
                </a:cubicBezTo>
                <a:cubicBezTo>
                  <a:pt x="2868988" y="2017053"/>
                  <a:pt x="2898071" y="2047280"/>
                  <a:pt x="2930140" y="2042200"/>
                </a:cubicBezTo>
                <a:cubicBezTo>
                  <a:pt x="2973447" y="2035342"/>
                  <a:pt x="2997768" y="1983842"/>
                  <a:pt x="3035361" y="1979715"/>
                </a:cubicBezTo>
                <a:cubicBezTo>
                  <a:pt x="3136201" y="1968602"/>
                  <a:pt x="3090861" y="2110210"/>
                  <a:pt x="3195447" y="2064616"/>
                </a:cubicBezTo>
                <a:cubicBezTo>
                  <a:pt x="3259647" y="2036675"/>
                  <a:pt x="3346389" y="1938566"/>
                  <a:pt x="3399476" y="1892210"/>
                </a:cubicBezTo>
                <a:cubicBezTo>
                  <a:pt x="3451801" y="1846553"/>
                  <a:pt x="3477456" y="1835821"/>
                  <a:pt x="3469010" y="1772383"/>
                </a:cubicBezTo>
                <a:cubicBezTo>
                  <a:pt x="3460374" y="1707739"/>
                  <a:pt x="3390395" y="1620425"/>
                  <a:pt x="3320798" y="1643921"/>
                </a:cubicBezTo>
                <a:cubicBezTo>
                  <a:pt x="3312289" y="1595279"/>
                  <a:pt x="3383728" y="1528793"/>
                  <a:pt x="3408493" y="1493868"/>
                </a:cubicBezTo>
                <a:cubicBezTo>
                  <a:pt x="3441831" y="1446813"/>
                  <a:pt x="3472756" y="1424397"/>
                  <a:pt x="3515048" y="1382169"/>
                </a:cubicBezTo>
                <a:cubicBezTo>
                  <a:pt x="3587058" y="1310159"/>
                  <a:pt x="3654306" y="1257707"/>
                  <a:pt x="3724221" y="1199032"/>
                </a:cubicBezTo>
                <a:cubicBezTo>
                  <a:pt x="3899801" y="1051583"/>
                  <a:pt x="4063698" y="967444"/>
                  <a:pt x="4036519" y="714265"/>
                </a:cubicBezTo>
                <a:cubicBezTo>
                  <a:pt x="4030233" y="655145"/>
                  <a:pt x="3996006" y="684038"/>
                  <a:pt x="4040393" y="636857"/>
                </a:cubicBezTo>
                <a:cubicBezTo>
                  <a:pt x="4055252" y="621109"/>
                  <a:pt x="4103005" y="597550"/>
                  <a:pt x="4122944" y="588850"/>
                </a:cubicBezTo>
                <a:cubicBezTo>
                  <a:pt x="4145678" y="578880"/>
                  <a:pt x="4173872" y="588151"/>
                  <a:pt x="4193938" y="574054"/>
                </a:cubicBezTo>
                <a:cubicBezTo>
                  <a:pt x="4211147" y="562116"/>
                  <a:pt x="4197939" y="535128"/>
                  <a:pt x="4216228" y="519824"/>
                </a:cubicBezTo>
                <a:cubicBezTo>
                  <a:pt x="4253185" y="488963"/>
                  <a:pt x="4306018" y="470039"/>
                  <a:pt x="4345769" y="447941"/>
                </a:cubicBezTo>
                <a:cubicBezTo>
                  <a:pt x="4437021" y="397204"/>
                  <a:pt x="4519826" y="323288"/>
                  <a:pt x="4612919" y="277695"/>
                </a:cubicBezTo>
                <a:cubicBezTo>
                  <a:pt x="4738714" y="215972"/>
                  <a:pt x="4746906" y="213812"/>
                  <a:pt x="4803168" y="96716"/>
                </a:cubicBezTo>
                <a:cubicBezTo>
                  <a:pt x="4774561" y="86683"/>
                  <a:pt x="4766846" y="64474"/>
                  <a:pt x="4766227" y="3831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ore42 | Sovereign AI and Cloud Solutions">
            <a:extLst>
              <a:ext uri="{FF2B5EF4-FFF2-40B4-BE49-F238E27FC236}">
                <a16:creationId xmlns:a16="http://schemas.microsoft.com/office/drawing/2014/main" id="{F5C22CEA-AFB6-E9D6-4371-8AD7F7573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660" y="2111364"/>
            <a:ext cx="583735" cy="63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Graphic 22" descr="Coins outline">
            <a:extLst>
              <a:ext uri="{FF2B5EF4-FFF2-40B4-BE49-F238E27FC236}">
                <a16:creationId xmlns:a16="http://schemas.microsoft.com/office/drawing/2014/main" id="{EAEBBA67-C68F-0327-3AE1-3EB787B30B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1900" y="4747427"/>
            <a:ext cx="377483" cy="3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950720"/>
            <a:ext cx="243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66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666" dirty="0"/>
          </a:p>
        </p:txBody>
      </p:sp>
      <p:sp>
        <p:nvSpPr>
          <p:cNvPr id="4" name="Text 2"/>
          <p:cNvSpPr/>
          <p:nvPr/>
        </p:nvSpPr>
        <p:spPr>
          <a:xfrm>
            <a:off x="487680" y="3413760"/>
            <a:ext cx="8534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Fundamentals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87680" y="45720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How Modern AI Works — Without the Jargon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Shape 5"/>
          <p:cNvSpPr/>
          <p:nvPr/>
        </p:nvSpPr>
        <p:spPr>
          <a:xfrm>
            <a:off x="969264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Shape 6"/>
          <p:cNvSpPr/>
          <p:nvPr/>
        </p:nvSpPr>
        <p:spPr>
          <a:xfrm>
            <a:off x="1024128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Shape 7"/>
          <p:cNvSpPr/>
          <p:nvPr/>
        </p:nvSpPr>
        <p:spPr>
          <a:xfrm>
            <a:off x="1078992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Shape 8"/>
          <p:cNvSpPr/>
          <p:nvPr/>
        </p:nvSpPr>
        <p:spPr>
          <a:xfrm>
            <a:off x="1133856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3 / 30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How AI Learns &amp; Responds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Think of AI as an extraordinarily well-read advisor — not a magic oracle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365760" y="1584960"/>
            <a:ext cx="2560320" cy="243840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B4832C"/>
                </a:solidFill>
                <a:latin typeface="Aptos"/>
              </a:rPr>
              <a:t>💬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YOU ASK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365760" y="2987040"/>
            <a:ext cx="2560320" cy="792480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 question, command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or document upload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2926080" y="2679336"/>
            <a:ext cx="304800" cy="73152"/>
          </a:xfrm>
          <a:prstGeom prst="rect">
            <a:avLst/>
          </a:prstGeom>
          <a:solidFill>
            <a:srgbClr val="3F434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Text 8"/>
          <p:cNvSpPr/>
          <p:nvPr/>
        </p:nvSpPr>
        <p:spPr>
          <a:xfrm>
            <a:off x="2901696" y="2316480"/>
            <a:ext cx="365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Aptos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30880" y="1584960"/>
            <a:ext cx="2560320" cy="243840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2" name="Text 10"/>
          <p:cNvSpPr/>
          <p:nvPr/>
        </p:nvSpPr>
        <p:spPr>
          <a:xfrm>
            <a:off x="323088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B4832C"/>
                </a:solidFill>
                <a:latin typeface="Aptos"/>
              </a:rPr>
              <a:t>⚙️</a:t>
            </a:r>
            <a:endParaRPr lang="en-US" sz="3733" dirty="0"/>
          </a:p>
        </p:txBody>
      </p:sp>
      <p:sp>
        <p:nvSpPr>
          <p:cNvPr id="13" name="Text 11"/>
          <p:cNvSpPr/>
          <p:nvPr/>
        </p:nvSpPr>
        <p:spPr>
          <a:xfrm>
            <a:off x="3230880" y="23774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PROCESSES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3230880" y="2987040"/>
            <a:ext cx="2560320" cy="792480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Searches billions of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patterns it was trained on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5791200" y="2679336"/>
            <a:ext cx="304800" cy="73152"/>
          </a:xfrm>
          <a:prstGeom prst="rect">
            <a:avLst/>
          </a:prstGeom>
          <a:solidFill>
            <a:srgbClr val="3F434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6" name="Text 14"/>
          <p:cNvSpPr/>
          <p:nvPr/>
        </p:nvSpPr>
        <p:spPr>
          <a:xfrm>
            <a:off x="5766816" y="2316480"/>
            <a:ext cx="365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Aptos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096000" y="1584960"/>
            <a:ext cx="2560320" cy="243840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8" name="Text 16"/>
          <p:cNvSpPr/>
          <p:nvPr/>
        </p:nvSpPr>
        <p:spPr>
          <a:xfrm>
            <a:off x="609600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B4832C"/>
                </a:solidFill>
                <a:latin typeface="Aptos"/>
              </a:rPr>
              <a:t>📄</a:t>
            </a:r>
            <a:endParaRPr lang="en-US" sz="3733" dirty="0"/>
          </a:p>
        </p:txBody>
      </p:sp>
      <p:sp>
        <p:nvSpPr>
          <p:cNvPr id="19" name="Text 17"/>
          <p:cNvSpPr/>
          <p:nvPr/>
        </p:nvSpPr>
        <p:spPr>
          <a:xfrm>
            <a:off x="6096000" y="23774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RESPONDS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6096000" y="2987040"/>
            <a:ext cx="2560320" cy="792480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Generates the most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probable answer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8656320" y="2679336"/>
            <a:ext cx="304800" cy="73152"/>
          </a:xfrm>
          <a:prstGeom prst="rect">
            <a:avLst/>
          </a:prstGeom>
          <a:solidFill>
            <a:srgbClr val="3F434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2" name="Text 20"/>
          <p:cNvSpPr/>
          <p:nvPr/>
        </p:nvSpPr>
        <p:spPr>
          <a:xfrm>
            <a:off x="8631936" y="2316480"/>
            <a:ext cx="365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333333"/>
                </a:solidFill>
                <a:latin typeface="Aptos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961120" y="1584960"/>
            <a:ext cx="2560320" cy="243840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4" name="Text 22"/>
          <p:cNvSpPr/>
          <p:nvPr/>
        </p:nvSpPr>
        <p:spPr>
          <a:xfrm>
            <a:off x="896112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B4832C"/>
                </a:solidFill>
                <a:latin typeface="Aptos"/>
              </a:rPr>
              <a:t>✅</a:t>
            </a:r>
            <a:endParaRPr lang="en-US" sz="3733" dirty="0"/>
          </a:p>
        </p:txBody>
      </p:sp>
      <p:sp>
        <p:nvSpPr>
          <p:cNvPr id="25" name="Text 23"/>
          <p:cNvSpPr/>
          <p:nvPr/>
        </p:nvSpPr>
        <p:spPr>
          <a:xfrm>
            <a:off x="8961120" y="248968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YOU DECIDE OR </a:t>
            </a:r>
          </a:p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DECIDE</a:t>
            </a:r>
          </a:p>
          <a:p>
            <a:pPr algn="ctr"/>
            <a:r>
              <a:rPr lang="en-US" sz="17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467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(WITH PRE-TEACHING)</a:t>
            </a:r>
            <a:endParaRPr lang="en-US" sz="1733" dirty="0"/>
          </a:p>
        </p:txBody>
      </p:sp>
      <p:sp>
        <p:nvSpPr>
          <p:cNvPr id="26" name="Text 24"/>
          <p:cNvSpPr/>
          <p:nvPr/>
        </p:nvSpPr>
        <p:spPr>
          <a:xfrm>
            <a:off x="8961120" y="2987040"/>
            <a:ext cx="2560320" cy="792480"/>
          </a:xfrm>
          <a:prstGeom prst="rect">
            <a:avLst/>
          </a:prstGeom>
          <a:noFill/>
          <a:ln>
            <a:noFill/>
          </a:ln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Review, verify, and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365760" y="4328160"/>
            <a:ext cx="3596640" cy="213360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8" name="Shape 26"/>
          <p:cNvSpPr/>
          <p:nvPr/>
        </p:nvSpPr>
        <p:spPr>
          <a:xfrm>
            <a:off x="365760" y="4328160"/>
            <a:ext cx="3596640" cy="609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9" name="Text 27"/>
          <p:cNvSpPr/>
          <p:nvPr/>
        </p:nvSpPr>
        <p:spPr>
          <a:xfrm>
            <a:off x="548640" y="4450080"/>
            <a:ext cx="3230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Analogy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548640" y="4852416"/>
            <a:ext cx="323088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is like a brilliant library researcher. It finds the most relevant answer from everything it has read — but it hasn't lived in YOUR ministry.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4267200" y="4328160"/>
            <a:ext cx="3596640" cy="213360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32" name="Shape 30"/>
          <p:cNvSpPr/>
          <p:nvPr/>
        </p:nvSpPr>
        <p:spPr>
          <a:xfrm>
            <a:off x="4267200" y="4328160"/>
            <a:ext cx="3596640" cy="609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3" name="Text 31"/>
          <p:cNvSpPr/>
          <p:nvPr/>
        </p:nvSpPr>
        <p:spPr>
          <a:xfrm>
            <a:off x="4450080" y="4450080"/>
            <a:ext cx="3230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Key Insight</a:t>
            </a:r>
            <a:endParaRPr lang="en-US" sz="1467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50080" y="4852416"/>
            <a:ext cx="323088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does not 'know' facts like a human — it predicts what text should come next based on patterns. This is why verification matters.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8168640" y="4328160"/>
            <a:ext cx="3596640" cy="213360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36" name="Shape 34"/>
          <p:cNvSpPr/>
          <p:nvPr/>
        </p:nvSpPr>
        <p:spPr>
          <a:xfrm>
            <a:off x="8168640" y="4328160"/>
            <a:ext cx="3596640" cy="609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7" name="Text 35"/>
          <p:cNvSpPr/>
          <p:nvPr/>
        </p:nvSpPr>
        <p:spPr>
          <a:xfrm>
            <a:off x="8351520" y="4450080"/>
            <a:ext cx="3230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chemeClr val="bg2">
                    <a:lumMod val="1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Remember</a:t>
            </a:r>
            <a:endParaRPr lang="en-US" sz="1467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8351520" y="4852416"/>
            <a:ext cx="323088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Accuracy ≠ Confidence. AI can sound very certain while being wrong. Always apply human judgment to important outputs.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4 / 30</a:t>
            </a:r>
            <a:endParaRPr lang="en-US" sz="1200" dirty="0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EE29EA00-BC31-CFE1-9283-18EE4AFEA268}"/>
              </a:ext>
            </a:extLst>
          </p:cNvPr>
          <p:cNvPicPr>
            <a:picLocks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3395790" y="3390212"/>
            <a:ext cx="6863579" cy="7200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3 Concepts Every Executive Must Know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158240"/>
            <a:ext cx="3596640" cy="524256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5" name="Shape 3"/>
          <p:cNvSpPr/>
          <p:nvPr/>
        </p:nvSpPr>
        <p:spPr>
          <a:xfrm>
            <a:off x="365760" y="1158240"/>
            <a:ext cx="3596640" cy="12192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365760" y="1194816"/>
            <a:ext cx="359664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/>
              </a:rPr>
              <a:t>💬  01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3596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The Prompt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548640" y="2499360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333333"/>
                </a:solidFill>
                <a:latin typeface="Aptos"/>
              </a:rPr>
              <a:t>WHAT IT IS</a:t>
            </a:r>
            <a:endParaRPr lang="en-US" sz="1067" dirty="0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3230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instruction or question you give the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333333"/>
                </a:solidFill>
                <a:latin typeface="Aptos"/>
              </a:rPr>
              <a:t>ANALOGY</a:t>
            </a:r>
            <a:endParaRPr lang="en-US" sz="1067" dirty="0"/>
          </a:p>
        </p:txBody>
      </p:sp>
      <p:sp>
        <p:nvSpPr>
          <p:cNvPr id="11" name="Text 9"/>
          <p:cNvSpPr/>
          <p:nvPr/>
        </p:nvSpPr>
        <p:spPr>
          <a:xfrm>
            <a:off x="548640" y="3718560"/>
            <a:ext cx="323088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Like a brief to your team — the clearer the brief, the better the output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548640" y="4608576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333333"/>
                </a:solidFill>
                <a:latin typeface="Aptos"/>
              </a:rPr>
              <a:t>FOR YOU AS LEADER</a:t>
            </a:r>
            <a:endParaRPr lang="en-US" sz="1067" dirty="0"/>
          </a:p>
        </p:txBody>
      </p:sp>
      <p:sp>
        <p:nvSpPr>
          <p:cNvPr id="13" name="Text 11"/>
          <p:cNvSpPr/>
          <p:nvPr/>
        </p:nvSpPr>
        <p:spPr>
          <a:xfrm>
            <a:off x="548640" y="4888992"/>
            <a:ext cx="323088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Executives who learn to give precise instructions get dramatically better results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4267200" y="1158240"/>
            <a:ext cx="3596640" cy="524256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5" name="Shape 13"/>
          <p:cNvSpPr/>
          <p:nvPr/>
        </p:nvSpPr>
        <p:spPr>
          <a:xfrm>
            <a:off x="4267200" y="1158240"/>
            <a:ext cx="3596640" cy="12192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6" name="Text 14"/>
          <p:cNvSpPr/>
          <p:nvPr/>
        </p:nvSpPr>
        <p:spPr>
          <a:xfrm>
            <a:off x="4267200" y="1194816"/>
            <a:ext cx="359664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/>
              </a:rPr>
              <a:t>📋  02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4267200" y="1645920"/>
            <a:ext cx="3596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Context</a:t>
            </a:r>
            <a:endParaRPr lang="en-US" sz="2133" dirty="0"/>
          </a:p>
        </p:txBody>
      </p:sp>
      <p:sp>
        <p:nvSpPr>
          <p:cNvPr id="18" name="Text 16"/>
          <p:cNvSpPr/>
          <p:nvPr/>
        </p:nvSpPr>
        <p:spPr>
          <a:xfrm>
            <a:off x="4450080" y="2499360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WHAT IT IS</a:t>
            </a:r>
            <a:endParaRPr lang="en-US" sz="1067" dirty="0"/>
          </a:p>
        </p:txBody>
      </p:sp>
      <p:sp>
        <p:nvSpPr>
          <p:cNvPr id="19" name="Text 17"/>
          <p:cNvSpPr/>
          <p:nvPr/>
        </p:nvSpPr>
        <p:spPr>
          <a:xfrm>
            <a:off x="4450080" y="2779776"/>
            <a:ext cx="3230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background information AI uses to answer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50080" y="3438144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ANALOGY</a:t>
            </a:r>
            <a:endParaRPr lang="en-US" sz="1067" dirty="0"/>
          </a:p>
        </p:txBody>
      </p:sp>
      <p:sp>
        <p:nvSpPr>
          <p:cNvPr id="21" name="Text 19"/>
          <p:cNvSpPr/>
          <p:nvPr/>
        </p:nvSpPr>
        <p:spPr>
          <a:xfrm>
            <a:off x="4450080" y="3718560"/>
            <a:ext cx="323088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Like onboarding a new hire — the more context you provide, the smarter the response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4450080" y="4608576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FOR YOU AS LEADER</a:t>
            </a:r>
            <a:endParaRPr lang="en-US" sz="1067" dirty="0"/>
          </a:p>
        </p:txBody>
      </p:sp>
      <p:sp>
        <p:nvSpPr>
          <p:cNvPr id="23" name="Text 21"/>
          <p:cNvSpPr/>
          <p:nvPr/>
        </p:nvSpPr>
        <p:spPr>
          <a:xfrm>
            <a:off x="4450080" y="4888992"/>
            <a:ext cx="323088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Connecting AI to your internal data (HR files, policies) is what makes it ministry-specific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8168640" y="1158240"/>
            <a:ext cx="3596640" cy="5242560"/>
          </a:xfrm>
          <a:prstGeom prst="rect">
            <a:avLst/>
          </a:prstGeom>
          <a:solidFill>
            <a:srgbClr val="F7F3EB"/>
          </a:solidFill>
          <a:ln w="635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5" name="Shape 23"/>
          <p:cNvSpPr/>
          <p:nvPr/>
        </p:nvSpPr>
        <p:spPr>
          <a:xfrm>
            <a:off x="8168640" y="1158240"/>
            <a:ext cx="3596640" cy="12192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6" name="Text 24"/>
          <p:cNvSpPr/>
          <p:nvPr/>
        </p:nvSpPr>
        <p:spPr>
          <a:xfrm>
            <a:off x="8168640" y="1194816"/>
            <a:ext cx="359664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333333"/>
                </a:solidFill>
                <a:latin typeface="Aptos"/>
              </a:rPr>
              <a:t>⚠️  03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8168640" y="1645920"/>
            <a:ext cx="3596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Confidence vs. Accuracy</a:t>
            </a:r>
            <a:endParaRPr lang="en-US" sz="2133" dirty="0"/>
          </a:p>
        </p:txBody>
      </p:sp>
      <p:sp>
        <p:nvSpPr>
          <p:cNvPr id="28" name="Text 26"/>
          <p:cNvSpPr/>
          <p:nvPr/>
        </p:nvSpPr>
        <p:spPr>
          <a:xfrm>
            <a:off x="8351520" y="2499360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WHAT IT IS</a:t>
            </a:r>
            <a:endParaRPr lang="en-US" sz="1067" dirty="0"/>
          </a:p>
        </p:txBody>
      </p:sp>
      <p:sp>
        <p:nvSpPr>
          <p:cNvPr id="29" name="Text 27"/>
          <p:cNvSpPr/>
          <p:nvPr/>
        </p:nvSpPr>
        <p:spPr>
          <a:xfrm>
            <a:off x="8351520" y="2779776"/>
            <a:ext cx="3230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sounds confident even when it is wrong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51520" y="3438144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ANALOGY</a:t>
            </a:r>
            <a:endParaRPr lang="en-US" sz="1067" dirty="0"/>
          </a:p>
        </p:txBody>
      </p:sp>
      <p:sp>
        <p:nvSpPr>
          <p:cNvPr id="31" name="Text 29"/>
          <p:cNvSpPr/>
          <p:nvPr/>
        </p:nvSpPr>
        <p:spPr>
          <a:xfrm>
            <a:off x="8351520" y="3718560"/>
            <a:ext cx="323088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 very articulate advisor who occasionally misremembers facts — you wouldn't act on advice without checking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8351520" y="4608576"/>
            <a:ext cx="3230880" cy="2682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7" b="1" kern="0" spc="200" dirty="0">
                <a:solidFill>
                  <a:srgbClr val="B4832C"/>
                </a:solidFill>
                <a:latin typeface="Aptos"/>
              </a:rPr>
              <a:t>FOR YOU AS LEADER</a:t>
            </a:r>
            <a:endParaRPr lang="en-US" sz="1067" dirty="0"/>
          </a:p>
        </p:txBody>
      </p:sp>
      <p:sp>
        <p:nvSpPr>
          <p:cNvPr id="33" name="Text 31"/>
          <p:cNvSpPr/>
          <p:nvPr/>
        </p:nvSpPr>
        <p:spPr>
          <a:xfrm>
            <a:off x="8351520" y="4888992"/>
            <a:ext cx="3230880" cy="975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Never rely solely on AI output for high-stakes decisions without human review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5 / 30</a:t>
            </a:r>
            <a:endParaRPr lang="en-US" sz="1200" dirty="0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39FE2EDC-39AF-0656-81AD-C065932339CB}"/>
              </a:ext>
            </a:extLst>
          </p:cNvPr>
          <p:cNvPicPr>
            <a:picLocks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3395790" y="3390212"/>
            <a:ext cx="6863579" cy="7200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1950720"/>
            <a:ext cx="243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0666" b="1" dirty="0">
                <a:solidFill>
                  <a:srgbClr val="B4832C">
                    <a:alpha val="80000"/>
                  </a:srgb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666" dirty="0"/>
          </a:p>
        </p:txBody>
      </p:sp>
      <p:sp>
        <p:nvSpPr>
          <p:cNvPr id="4" name="Text 2"/>
          <p:cNvSpPr/>
          <p:nvPr/>
        </p:nvSpPr>
        <p:spPr>
          <a:xfrm>
            <a:off x="487680" y="3413760"/>
            <a:ext cx="8534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Agent Literacy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87680" y="45720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Agents Are, What They Can Do, and What They Cannot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Shape 5"/>
          <p:cNvSpPr/>
          <p:nvPr/>
        </p:nvSpPr>
        <p:spPr>
          <a:xfrm>
            <a:off x="969264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Shape 6"/>
          <p:cNvSpPr/>
          <p:nvPr/>
        </p:nvSpPr>
        <p:spPr>
          <a:xfrm>
            <a:off x="1024128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Shape 7"/>
          <p:cNvSpPr/>
          <p:nvPr/>
        </p:nvSpPr>
        <p:spPr>
          <a:xfrm>
            <a:off x="1078992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Shape 8"/>
          <p:cNvSpPr/>
          <p:nvPr/>
        </p:nvSpPr>
        <p:spPr>
          <a:xfrm>
            <a:off x="11338560" y="5852160"/>
            <a:ext cx="268224" cy="268224"/>
          </a:xfrm>
          <a:prstGeom prst="ellipse">
            <a:avLst/>
          </a:prstGeom>
          <a:solidFill>
            <a:srgbClr val="B4832C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6 / 30</a:t>
            </a:r>
            <a:endParaRPr lang="en-US" sz="120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D91B3D0-47D3-46D6-F049-7B926A4C6219}"/>
              </a:ext>
            </a:extLst>
          </p:cNvPr>
          <p:cNvPicPr>
            <a:picLocks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3395790" y="3390212"/>
            <a:ext cx="6863579" cy="7200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AI Agents vs. Traditional Automation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Not all automation is the same — AI Agents are fundamentally different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352800" cy="6705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487680" y="1463040"/>
            <a:ext cx="323088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3779520" y="1463040"/>
            <a:ext cx="3718560" cy="6705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Text 6"/>
          <p:cNvSpPr/>
          <p:nvPr/>
        </p:nvSpPr>
        <p:spPr>
          <a:xfrm>
            <a:off x="3901440" y="1463040"/>
            <a:ext cx="359664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Traditional Automation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(e.g., Macros, RPA)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7559040" y="1463040"/>
            <a:ext cx="3718560" cy="67056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Text 8"/>
          <p:cNvSpPr/>
          <p:nvPr/>
        </p:nvSpPr>
        <p:spPr>
          <a:xfrm>
            <a:off x="7680960" y="1463040"/>
            <a:ext cx="359664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2" name="Text 10"/>
          <p:cNvSpPr/>
          <p:nvPr/>
        </p:nvSpPr>
        <p:spPr>
          <a:xfrm>
            <a:off x="487680" y="21945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Follows fixed rules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3779520" y="21945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4" name="Text 12"/>
          <p:cNvSpPr/>
          <p:nvPr/>
        </p:nvSpPr>
        <p:spPr>
          <a:xfrm>
            <a:off x="3901440" y="21945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Always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7559040" y="21945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6" name="Text 14"/>
          <p:cNvSpPr/>
          <p:nvPr/>
        </p:nvSpPr>
        <p:spPr>
          <a:xfrm>
            <a:off x="7680960" y="21945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Can follow rules too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365760" y="28041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8" name="Text 16"/>
          <p:cNvSpPr/>
          <p:nvPr/>
        </p:nvSpPr>
        <p:spPr>
          <a:xfrm>
            <a:off x="487680" y="28041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Understands language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3779520" y="28041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0" name="Text 18"/>
          <p:cNvSpPr/>
          <p:nvPr/>
        </p:nvSpPr>
        <p:spPr>
          <a:xfrm>
            <a:off x="3901440" y="28041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Cannot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7559040" y="28041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2" name="Text 20"/>
          <p:cNvSpPr/>
          <p:nvPr/>
        </p:nvSpPr>
        <p:spPr>
          <a:xfrm>
            <a:off x="7680960" y="28041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Yes — natural language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365760" y="34137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4" name="Text 22"/>
          <p:cNvSpPr/>
          <p:nvPr/>
        </p:nvSpPr>
        <p:spPr>
          <a:xfrm>
            <a:off x="487680" y="34137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Adapts to new situations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3779520" y="34137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6" name="Text 24"/>
          <p:cNvSpPr/>
          <p:nvPr/>
        </p:nvSpPr>
        <p:spPr>
          <a:xfrm>
            <a:off x="3901440" y="34137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Breaks if rules change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7559040" y="34137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28" name="Text 26"/>
          <p:cNvSpPr/>
          <p:nvPr/>
        </p:nvSpPr>
        <p:spPr>
          <a:xfrm>
            <a:off x="7680960" y="34137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Reasons and adapts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0" name="Text 28"/>
          <p:cNvSpPr/>
          <p:nvPr/>
        </p:nvSpPr>
        <p:spPr>
          <a:xfrm>
            <a:off x="487680" y="40233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Handles unstructured data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3779520" y="40233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2" name="Text 30"/>
          <p:cNvSpPr/>
          <p:nvPr/>
        </p:nvSpPr>
        <p:spPr>
          <a:xfrm>
            <a:off x="3901440" y="40233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Structured data only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7559040" y="40233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4" name="Text 32"/>
          <p:cNvSpPr/>
          <p:nvPr/>
        </p:nvSpPr>
        <p:spPr>
          <a:xfrm>
            <a:off x="7680960" y="40233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Docs, emails, voice, video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365760" y="46329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6" name="Text 34"/>
          <p:cNvSpPr/>
          <p:nvPr/>
        </p:nvSpPr>
        <p:spPr>
          <a:xfrm>
            <a:off x="487680" y="46329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Works across systems</a:t>
            </a:r>
            <a:endParaRPr lang="en-US" sz="1333" dirty="0"/>
          </a:p>
        </p:txBody>
      </p:sp>
      <p:sp>
        <p:nvSpPr>
          <p:cNvPr id="37" name="Shape 35"/>
          <p:cNvSpPr/>
          <p:nvPr/>
        </p:nvSpPr>
        <p:spPr>
          <a:xfrm>
            <a:off x="3779520" y="46329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38" name="Text 36"/>
          <p:cNvSpPr/>
          <p:nvPr/>
        </p:nvSpPr>
        <p:spPr>
          <a:xfrm>
            <a:off x="3901440" y="46329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⚠️  Requires custom coding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7559040" y="46329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0" name="Text 38"/>
          <p:cNvSpPr/>
          <p:nvPr/>
        </p:nvSpPr>
        <p:spPr>
          <a:xfrm>
            <a:off x="7680960" y="46329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Built-in integrations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365760" y="52425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2" name="Text 40"/>
          <p:cNvSpPr/>
          <p:nvPr/>
        </p:nvSpPr>
        <p:spPr>
          <a:xfrm>
            <a:off x="487680" y="52425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Explains its reasoning</a:t>
            </a:r>
            <a:endParaRPr lang="en-US" sz="1333" dirty="0"/>
          </a:p>
        </p:txBody>
      </p:sp>
      <p:sp>
        <p:nvSpPr>
          <p:cNvPr id="43" name="Shape 41"/>
          <p:cNvSpPr/>
          <p:nvPr/>
        </p:nvSpPr>
        <p:spPr>
          <a:xfrm>
            <a:off x="3779520" y="52425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4" name="Text 42"/>
          <p:cNvSpPr/>
          <p:nvPr/>
        </p:nvSpPr>
        <p:spPr>
          <a:xfrm>
            <a:off x="3901440" y="52425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333" dirty="0"/>
          </a:p>
        </p:txBody>
      </p:sp>
      <p:sp>
        <p:nvSpPr>
          <p:cNvPr id="45" name="Shape 43"/>
          <p:cNvSpPr/>
          <p:nvPr/>
        </p:nvSpPr>
        <p:spPr>
          <a:xfrm>
            <a:off x="7559040" y="52425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6" name="Text 44"/>
          <p:cNvSpPr/>
          <p:nvPr/>
        </p:nvSpPr>
        <p:spPr>
          <a:xfrm>
            <a:off x="7680960" y="52425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Auditable trail</a:t>
            </a:r>
            <a:endParaRPr lang="en-US" sz="1333" dirty="0"/>
          </a:p>
        </p:txBody>
      </p:sp>
      <p:sp>
        <p:nvSpPr>
          <p:cNvPr id="47" name="Shape 45"/>
          <p:cNvSpPr/>
          <p:nvPr/>
        </p:nvSpPr>
        <p:spPr>
          <a:xfrm>
            <a:off x="365760" y="5852160"/>
            <a:ext cx="335280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48" name="Text 46"/>
          <p:cNvSpPr/>
          <p:nvPr/>
        </p:nvSpPr>
        <p:spPr>
          <a:xfrm>
            <a:off x="487680" y="5852160"/>
            <a:ext cx="316992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Learns from feedback</a:t>
            </a:r>
            <a:endParaRPr lang="en-US" sz="1333" dirty="0"/>
          </a:p>
        </p:txBody>
      </p:sp>
      <p:sp>
        <p:nvSpPr>
          <p:cNvPr id="49" name="Shape 47"/>
          <p:cNvSpPr/>
          <p:nvPr/>
        </p:nvSpPr>
        <p:spPr>
          <a:xfrm>
            <a:off x="3779520" y="58521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50" name="Text 48"/>
          <p:cNvSpPr/>
          <p:nvPr/>
        </p:nvSpPr>
        <p:spPr>
          <a:xfrm>
            <a:off x="3901440" y="58521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Must be reprogrammed</a:t>
            </a:r>
            <a:endParaRPr lang="en-US" sz="1333" dirty="0"/>
          </a:p>
        </p:txBody>
      </p:sp>
      <p:sp>
        <p:nvSpPr>
          <p:cNvPr id="51" name="Shape 49"/>
          <p:cNvSpPr/>
          <p:nvPr/>
        </p:nvSpPr>
        <p:spPr>
          <a:xfrm>
            <a:off x="7559040" y="5852160"/>
            <a:ext cx="3718560" cy="573024"/>
          </a:xfrm>
          <a:prstGeom prst="rect">
            <a:avLst/>
          </a:prstGeom>
          <a:solidFill>
            <a:srgbClr val="F7F3EB"/>
          </a:solidFill>
          <a:ln w="381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52" name="Text 50"/>
          <p:cNvSpPr/>
          <p:nvPr/>
        </p:nvSpPr>
        <p:spPr>
          <a:xfrm>
            <a:off x="7680960" y="5852160"/>
            <a:ext cx="353568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Improves over time</a:t>
            </a:r>
            <a:endParaRPr lang="en-US" sz="1333" dirty="0"/>
          </a:p>
        </p:txBody>
      </p:sp>
      <p:sp>
        <p:nvSpPr>
          <p:cNvPr id="53" name="Text 51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7 / 30</a:t>
            </a:r>
            <a:endParaRPr lang="en-US" sz="1200" dirty="0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C94F7918-27CF-6C57-97B2-A7146B84AA77}"/>
              </a:ext>
            </a:extLst>
          </p:cNvPr>
          <p:cNvPicPr>
            <a:picLocks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3395790" y="3390212"/>
            <a:ext cx="6863579" cy="7200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How an AI Agent Thinks &amp; Acts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An agent is not a chatbot — it takes autonomous action across systems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87680" y="1463040"/>
            <a:ext cx="3474720" cy="2072640"/>
          </a:xfrm>
          <a:prstGeom prst="roundRect">
            <a:avLst>
              <a:gd name="adj" fmla="val 4706"/>
            </a:avLst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487680" y="1828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PERCEIVE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487680" y="2438400"/>
            <a:ext cx="3474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Reads documents, emails,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dashboards, voice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463040"/>
            <a:ext cx="3474720" cy="2072640"/>
          </a:xfrm>
          <a:prstGeom prst="roundRect">
            <a:avLst>
              <a:gd name="adj" fmla="val 4706"/>
            </a:avLst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9" name="Text 7"/>
          <p:cNvSpPr/>
          <p:nvPr/>
        </p:nvSpPr>
        <p:spPr>
          <a:xfrm>
            <a:off x="4328160" y="1828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REASON</a:t>
            </a:r>
            <a:endParaRPr lang="en-US" sz="2133" dirty="0"/>
          </a:p>
        </p:txBody>
      </p:sp>
      <p:sp>
        <p:nvSpPr>
          <p:cNvPr id="10" name="Text 8"/>
          <p:cNvSpPr/>
          <p:nvPr/>
        </p:nvSpPr>
        <p:spPr>
          <a:xfrm>
            <a:off x="4328160" y="2438400"/>
            <a:ext cx="3474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Understands the task,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forms a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68640" y="1463040"/>
            <a:ext cx="3474720" cy="2072640"/>
          </a:xfrm>
          <a:prstGeom prst="roundRect">
            <a:avLst>
              <a:gd name="adj" fmla="val 4706"/>
            </a:avLst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2" name="Text 10"/>
          <p:cNvSpPr/>
          <p:nvPr/>
        </p:nvSpPr>
        <p:spPr>
          <a:xfrm>
            <a:off x="8168640" y="18288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8168640" y="2438400"/>
            <a:ext cx="3474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Executes tasks across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multiple systems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28160" y="3901440"/>
            <a:ext cx="3474720" cy="2072640"/>
          </a:xfrm>
          <a:prstGeom prst="roundRect">
            <a:avLst>
              <a:gd name="adj" fmla="val 4706"/>
            </a:avLst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5" name="Text 13"/>
          <p:cNvSpPr/>
          <p:nvPr/>
        </p:nvSpPr>
        <p:spPr>
          <a:xfrm>
            <a:off x="4328160" y="42672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333333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LEARN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4328160" y="4876800"/>
            <a:ext cx="3474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Improves based on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feedback &amp; outcomes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25824" y="2072640"/>
            <a:ext cx="48768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333333"/>
                </a:solidFill>
                <a:latin typeface="Aptos"/>
              </a:rPr>
              <a:t>→</a:t>
            </a:r>
            <a:endParaRPr lang="en-US" sz="2933" dirty="0"/>
          </a:p>
        </p:txBody>
      </p:sp>
      <p:sp>
        <p:nvSpPr>
          <p:cNvPr id="18" name="Text 16"/>
          <p:cNvSpPr/>
          <p:nvPr/>
        </p:nvSpPr>
        <p:spPr>
          <a:xfrm>
            <a:off x="7778496" y="2072640"/>
            <a:ext cx="48768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333333"/>
                </a:solidFill>
                <a:latin typeface="Aptos"/>
              </a:rPr>
              <a:t>→</a:t>
            </a:r>
            <a:endParaRPr lang="en-US" sz="2933" dirty="0"/>
          </a:p>
        </p:txBody>
      </p:sp>
      <p:sp>
        <p:nvSpPr>
          <p:cNvPr id="19" name="Text 17"/>
          <p:cNvSpPr/>
          <p:nvPr/>
        </p:nvSpPr>
        <p:spPr>
          <a:xfrm>
            <a:off x="9144000" y="3535680"/>
            <a:ext cx="85344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333333"/>
                </a:solidFill>
                <a:latin typeface="Aptos"/>
              </a:rPr>
              <a:t>↓</a:t>
            </a:r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7741920" y="4389120"/>
            <a:ext cx="48768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333333"/>
                </a:solidFill>
                <a:latin typeface="Aptos"/>
              </a:rPr>
              <a:t>←</a:t>
            </a:r>
            <a:endParaRPr lang="en-US" sz="2933" dirty="0"/>
          </a:p>
        </p:txBody>
      </p:sp>
      <p:sp>
        <p:nvSpPr>
          <p:cNvPr id="21" name="Shape 19"/>
          <p:cNvSpPr/>
          <p:nvPr/>
        </p:nvSpPr>
        <p:spPr>
          <a:xfrm>
            <a:off x="487680" y="6096000"/>
            <a:ext cx="11033760" cy="487680"/>
          </a:xfrm>
          <a:prstGeom prst="rect">
            <a:avLst/>
          </a:prstGeom>
          <a:solidFill>
            <a:srgbClr val="EFE7D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2" name="Text 20"/>
          <p:cNvSpPr/>
          <p:nvPr/>
        </p:nvSpPr>
        <p:spPr>
          <a:xfrm>
            <a:off x="670560" y="6096000"/>
            <a:ext cx="1085088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📌  Example: HR Agent receives a leave request → checks policy → verifies entitlement → approves or escalates → notifies payroll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8 / 30</a:t>
            </a:r>
            <a:endParaRPr lang="en-US" sz="1200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02FFE44-77DB-D81A-C980-1B79450F4BD0}"/>
              </a:ext>
            </a:extLst>
          </p:cNvPr>
          <p:cNvPicPr>
            <a:picLocks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3395790" y="3390212"/>
            <a:ext cx="6863579" cy="7200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How an AI Agent Is Created &amp; Deployed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60960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From business need to live operation — a governed, phased process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6" name="Shape 4"/>
          <p:cNvSpPr/>
          <p:nvPr/>
        </p:nvSpPr>
        <p:spPr>
          <a:xfrm>
            <a:off x="512064" y="16093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Text 5"/>
          <p:cNvSpPr/>
          <p:nvPr/>
        </p:nvSpPr>
        <p:spPr>
          <a:xfrm>
            <a:off x="512064" y="16093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1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19200" y="16459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</a:rPr>
              <a:t>DEFINE</a:t>
            </a:r>
          </a:p>
        </p:txBody>
      </p:sp>
      <p:sp>
        <p:nvSpPr>
          <p:cNvPr id="9" name="Shape 7"/>
          <p:cNvSpPr/>
          <p:nvPr/>
        </p:nvSpPr>
        <p:spPr>
          <a:xfrm>
            <a:off x="3169920" y="17068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Text 8"/>
          <p:cNvSpPr/>
          <p:nvPr/>
        </p:nvSpPr>
        <p:spPr>
          <a:xfrm>
            <a:off x="3169920" y="17068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 1–2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22189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Identify use case, data sources, success metrics, and risk level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14630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13" name="Shape 11"/>
          <p:cNvSpPr/>
          <p:nvPr/>
        </p:nvSpPr>
        <p:spPr>
          <a:xfrm>
            <a:off x="4352544" y="16093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4" name="Text 12"/>
          <p:cNvSpPr/>
          <p:nvPr/>
        </p:nvSpPr>
        <p:spPr>
          <a:xfrm>
            <a:off x="4352544" y="16093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2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59680" y="16459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CONFIGURE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10400" y="17068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7" name="Text 15"/>
          <p:cNvSpPr/>
          <p:nvPr/>
        </p:nvSpPr>
        <p:spPr>
          <a:xfrm>
            <a:off x="7010400" y="17068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2–4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52544" y="22189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Connect data, set rules, define escalation paths and access controls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4630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0" name="Shape 18"/>
          <p:cNvSpPr/>
          <p:nvPr/>
        </p:nvSpPr>
        <p:spPr>
          <a:xfrm>
            <a:off x="8193024" y="16093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93024" y="16093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3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00160" y="16459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TEST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850880" y="17068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4" name="Text 22"/>
          <p:cNvSpPr/>
          <p:nvPr/>
        </p:nvSpPr>
        <p:spPr>
          <a:xfrm>
            <a:off x="10850880" y="17068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4–6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93024" y="22189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Controlled pilot with selected users, output validation, edge case testing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9014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27" name="Shape 25"/>
          <p:cNvSpPr/>
          <p:nvPr/>
        </p:nvSpPr>
        <p:spPr>
          <a:xfrm>
            <a:off x="512064" y="40477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2064" y="40477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4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19200" y="40843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APPROVE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169920" y="41452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1" name="Text 29"/>
          <p:cNvSpPr/>
          <p:nvPr/>
        </p:nvSpPr>
        <p:spPr>
          <a:xfrm>
            <a:off x="3169920" y="41452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6–7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" y="46573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Steering committee review, compliance sign-off, governance certification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06240" y="39014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34" name="Shape 32"/>
          <p:cNvSpPr/>
          <p:nvPr/>
        </p:nvSpPr>
        <p:spPr>
          <a:xfrm>
            <a:off x="4352544" y="40477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5" name="Text 33"/>
          <p:cNvSpPr/>
          <p:nvPr/>
        </p:nvSpPr>
        <p:spPr>
          <a:xfrm>
            <a:off x="4352544" y="40477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5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59680" y="40843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010400" y="41452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38" name="Text 36"/>
          <p:cNvSpPr/>
          <p:nvPr/>
        </p:nvSpPr>
        <p:spPr>
          <a:xfrm>
            <a:off x="7010400" y="41452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Day 7–8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52544" y="46573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Phased rollout with monitoring dashboard, fallback procedures active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046720" y="3901440"/>
            <a:ext cx="3657600" cy="2255520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sz="2400"/>
          </a:p>
        </p:txBody>
      </p:sp>
      <p:sp>
        <p:nvSpPr>
          <p:cNvPr id="41" name="Shape 39"/>
          <p:cNvSpPr/>
          <p:nvPr/>
        </p:nvSpPr>
        <p:spPr>
          <a:xfrm>
            <a:off x="8193024" y="4047744"/>
            <a:ext cx="548640" cy="548640"/>
          </a:xfrm>
          <a:prstGeom prst="ellipse">
            <a:avLst/>
          </a:prstGeom>
          <a:solidFill>
            <a:srgbClr val="B4832C"/>
          </a:solidFill>
          <a:ln>
            <a:noFill/>
          </a:ln>
        </p:spPr>
        <p:txBody>
          <a:bodyPr/>
          <a:lstStyle/>
          <a:p>
            <a:endParaRPr lang="en-AE" sz="2400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8193024" y="40477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  <a:latin typeface="Aptos"/>
              </a:rPr>
              <a:t>6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8900160" y="4084320"/>
            <a:ext cx="25603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2">
                    <a:lumMod val="50000"/>
                  </a:schemeClr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MONITOR</a:t>
            </a:r>
            <a:endParaRPr lang="en-US" sz="18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0850880" y="4145280"/>
            <a:ext cx="755904" cy="304800"/>
          </a:xfrm>
          <a:prstGeom prst="rect">
            <a:avLst/>
          </a:prstGeom>
          <a:solidFill>
            <a:srgbClr val="B4832C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45" name="Text 43"/>
          <p:cNvSpPr/>
          <p:nvPr/>
        </p:nvSpPr>
        <p:spPr>
          <a:xfrm>
            <a:off x="10850880" y="4145280"/>
            <a:ext cx="75590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  <a:latin typeface="Aptos"/>
              </a:rPr>
              <a:t>Ongoing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93024" y="4657344"/>
            <a:ext cx="3389376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4832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Continuous performance tracking, bias audits, feedback loops, improvement cycles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21 / 30</a:t>
            </a:r>
            <a:endParaRPr lang="en-US" sz="1200" dirty="0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8E3AA8A8-F521-B5DB-7D80-152C3634B6AD}"/>
              </a:ext>
            </a:extLst>
          </p:cNvPr>
          <p:cNvPicPr>
            <a:picLocks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3395790" y="3390212"/>
            <a:ext cx="6863579" cy="72000"/>
          </a:xfrm>
          <a:prstGeom prst="rect">
            <a:avLst/>
          </a:prstGeom>
          <a:ln>
            <a:solidFill/>
          </a:ln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88D1816-8D11-7C7E-6DF5-3A24B3BA5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1441" y="135912"/>
            <a:ext cx="517708" cy="701873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What AI Agents Can &amp; Cannot Do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158240"/>
            <a:ext cx="5486400" cy="6096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5" name="Text 3"/>
          <p:cNvSpPr/>
          <p:nvPr/>
        </p:nvSpPr>
        <p:spPr>
          <a:xfrm>
            <a:off x="365760" y="115824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✅  AI AGENTS CAN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Process thousands of documents in seconds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9" name="Text 7"/>
          <p:cNvSpPr/>
          <p:nvPr/>
        </p:nvSpPr>
        <p:spPr>
          <a:xfrm>
            <a:off x="365760" y="2450592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Answer policy questions 24/7 with consistent 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072384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Draft reports, letters, and summaries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694176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3" name="Text 11"/>
          <p:cNvSpPr/>
          <p:nvPr/>
        </p:nvSpPr>
        <p:spPr>
          <a:xfrm>
            <a:off x="365760" y="3694176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Monitor dashboards and trigger alerts automatically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315968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5" name="Text 13"/>
          <p:cNvSpPr/>
          <p:nvPr/>
        </p:nvSpPr>
        <p:spPr>
          <a:xfrm>
            <a:off x="365760" y="4315968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Translate documents across 100+ languages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937760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7" name="Text 15"/>
          <p:cNvSpPr/>
          <p:nvPr/>
        </p:nvSpPr>
        <p:spPr>
          <a:xfrm>
            <a:off x="365760" y="4937760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Execute multi-step workflows autonomously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5559552"/>
            <a:ext cx="5486400" cy="573024"/>
          </a:xfrm>
          <a:prstGeom prst="rect">
            <a:avLst/>
          </a:prstGeom>
          <a:solidFill>
            <a:srgbClr val="F7F3EB"/>
          </a:solidFill>
          <a:ln w="5080">
            <a:noFill/>
            <a:prstDash val="solid"/>
          </a:ln>
        </p:spPr>
        <p:txBody>
          <a:bodyPr/>
          <a:lstStyle/>
          <a:p>
            <a:endParaRPr lang="en-AE" sz="2400"/>
          </a:p>
        </p:txBody>
      </p:sp>
      <p:sp>
        <p:nvSpPr>
          <p:cNvPr id="19" name="Text 17"/>
          <p:cNvSpPr/>
          <p:nvPr/>
        </p:nvSpPr>
        <p:spPr>
          <a:xfrm>
            <a:off x="365760" y="5559552"/>
            <a:ext cx="5486400" cy="573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  ✓  Search, rank, and surface the most relevant information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39840" y="1158240"/>
            <a:ext cx="5486400" cy="60960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1" name="Text 19"/>
          <p:cNvSpPr/>
          <p:nvPr/>
        </p:nvSpPr>
        <p:spPr>
          <a:xfrm>
            <a:off x="6339840" y="115824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⚠️  AI AGENTS CANNOT</a:t>
            </a:r>
            <a:endParaRPr lang="en-US" sz="1867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2E2A6F-D239-C2C4-0C65-A5E4806D2DDC}"/>
              </a:ext>
            </a:extLst>
          </p:cNvPr>
          <p:cNvGrpSpPr/>
          <p:nvPr/>
        </p:nvGrpSpPr>
        <p:grpSpPr>
          <a:xfrm>
            <a:off x="6339840" y="1828800"/>
            <a:ext cx="5486400" cy="4303776"/>
            <a:chOff x="4754880" y="1371600"/>
            <a:chExt cx="4114800" cy="2754231"/>
          </a:xfrm>
        </p:grpSpPr>
        <p:sp>
          <p:nvSpPr>
            <p:cNvPr id="22" name="Shape 20"/>
            <p:cNvSpPr/>
            <p:nvPr/>
          </p:nvSpPr>
          <p:spPr>
            <a:xfrm>
              <a:off x="4754880" y="1371600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23" name="Text 21"/>
            <p:cNvSpPr/>
            <p:nvPr/>
          </p:nvSpPr>
          <p:spPr>
            <a:xfrm>
              <a:off x="4754880" y="1371600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Replace senior judgment on strategic decisions</a:t>
              </a:r>
              <a:endParaRPr lang="en-US" sz="1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754880" y="1837944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25" name="Text 23"/>
            <p:cNvSpPr/>
            <p:nvPr/>
          </p:nvSpPr>
          <p:spPr>
            <a:xfrm>
              <a:off x="4754880" y="1837944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Guarantee factual accuracy without human review</a:t>
              </a:r>
              <a:endParaRPr lang="en-US" sz="14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754880" y="2297031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29" name="Text 27"/>
            <p:cNvSpPr/>
            <p:nvPr/>
          </p:nvSpPr>
          <p:spPr>
            <a:xfrm>
              <a:off x="4754880" y="2297031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Take legal or ethical responsibility for decisions</a:t>
              </a:r>
              <a:endParaRPr lang="en-US" sz="14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754880" y="2763375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31" name="Text 29"/>
            <p:cNvSpPr/>
            <p:nvPr/>
          </p:nvSpPr>
          <p:spPr>
            <a:xfrm>
              <a:off x="4754880" y="2763375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Operate without proper data security controls</a:t>
              </a:r>
              <a:endParaRPr lang="en-US" sz="14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754880" y="3229719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33" name="Text 31"/>
            <p:cNvSpPr/>
            <p:nvPr/>
          </p:nvSpPr>
          <p:spPr>
            <a:xfrm>
              <a:off x="4754880" y="3229719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Know things outside its training or data access</a:t>
              </a:r>
              <a:endParaRPr lang="en-US" sz="14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754880" y="3696063"/>
              <a:ext cx="4114800" cy="429768"/>
            </a:xfrm>
            <a:prstGeom prst="rect">
              <a:avLst/>
            </a:prstGeom>
            <a:solidFill>
              <a:srgbClr val="F7F3EB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en-AE" sz="2400"/>
            </a:p>
          </p:txBody>
        </p:sp>
        <p:sp>
          <p:nvSpPr>
            <p:cNvPr id="35" name="Text 33"/>
            <p:cNvSpPr/>
            <p:nvPr/>
          </p:nvSpPr>
          <p:spPr>
            <a:xfrm>
              <a:off x="4754880" y="3696063"/>
              <a:ext cx="4114800" cy="429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333333"/>
                  </a:solidFill>
                  <a:latin typeface="Aptos" pitchFamily="34" charset="0"/>
                  <a:ea typeface="Calibri" pitchFamily="34" charset="-122"/>
                  <a:cs typeface="Calibri" pitchFamily="34" charset="-120"/>
                </a:rPr>
                <a:t>  ✗  Work effectively without clear instructions, skills, context, training</a:t>
              </a:r>
              <a:endParaRPr lang="en-US" sz="1400" dirty="0"/>
            </a:p>
          </p:txBody>
        </p:sp>
      </p:grpSp>
      <p:sp>
        <p:nvSpPr>
          <p:cNvPr id="36" name="Text 34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B4832C"/>
                </a:solidFill>
                <a:latin typeface="Aptos"/>
              </a:rPr>
              <a:t>9 / 30</a:t>
            </a:r>
            <a:endParaRPr lang="en-US" sz="1200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06D616BB-37E4-A1BD-2E99-33A9DF0EBBAF}"/>
              </a:ext>
            </a:extLst>
          </p:cNvPr>
          <p:cNvPicPr>
            <a:picLocks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3395790" y="3390212"/>
            <a:ext cx="6863579" cy="7200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43840"/>
            <a:ext cx="1121664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Executive Guide: Do's &amp; Don'ts When Using AI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487680" y="95097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6F6A6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Practical guidance for leadership-level interaction with AI agents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7680" y="1463040"/>
            <a:ext cx="5242560" cy="54864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6" name="Text 4"/>
          <p:cNvSpPr/>
          <p:nvPr/>
        </p:nvSpPr>
        <p:spPr>
          <a:xfrm>
            <a:off x="487680" y="1463040"/>
            <a:ext cx="5242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DO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487680" y="2072640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8" name="Text 6"/>
          <p:cNvSpPr/>
          <p:nvPr/>
        </p:nvSpPr>
        <p:spPr>
          <a:xfrm>
            <a:off x="670560" y="2072640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Ask for explanations — demand the AI show its reasoning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87680" y="2938272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0" name="Text 8"/>
          <p:cNvSpPr/>
          <p:nvPr/>
        </p:nvSpPr>
        <p:spPr>
          <a:xfrm>
            <a:off x="670560" y="2938272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Verify critical outputs before acting on them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487680" y="3803904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2" name="Text 10"/>
          <p:cNvSpPr/>
          <p:nvPr/>
        </p:nvSpPr>
        <p:spPr>
          <a:xfrm>
            <a:off x="670560" y="3803904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Provide clear, specific instructions for better results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487680" y="4669536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4" name="Text 12"/>
          <p:cNvSpPr/>
          <p:nvPr/>
        </p:nvSpPr>
        <p:spPr>
          <a:xfrm>
            <a:off x="670560" y="4669536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Use AI for drafts, then apply your expertise to refine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87680" y="5535168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6" name="Text 14"/>
          <p:cNvSpPr/>
          <p:nvPr/>
        </p:nvSpPr>
        <p:spPr>
          <a:xfrm>
            <a:off x="670560" y="5535168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✅  Set boundaries — define what decisions require human sign-off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6461760" y="1463040"/>
            <a:ext cx="5242560" cy="54864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18" name="Text 16"/>
          <p:cNvSpPr/>
          <p:nvPr/>
        </p:nvSpPr>
        <p:spPr>
          <a:xfrm>
            <a:off x="6461760" y="1463040"/>
            <a:ext cx="5242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B4832C"/>
                </a:solidFill>
                <a:latin typeface="Aptos" pitchFamily="34" charset="0"/>
                <a:ea typeface="Arial Black" pitchFamily="34" charset="-122"/>
                <a:cs typeface="Arial Black" pitchFamily="34" charset="-120"/>
              </a:rPr>
              <a:t>DON'T</a:t>
            </a:r>
            <a:endParaRPr lang="en-US" sz="1867" dirty="0"/>
          </a:p>
        </p:txBody>
      </p:sp>
      <p:sp>
        <p:nvSpPr>
          <p:cNvPr id="19" name="Shape 17"/>
          <p:cNvSpPr/>
          <p:nvPr/>
        </p:nvSpPr>
        <p:spPr>
          <a:xfrm>
            <a:off x="6461760" y="2072640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0" name="Text 18"/>
          <p:cNvSpPr/>
          <p:nvPr/>
        </p:nvSpPr>
        <p:spPr>
          <a:xfrm>
            <a:off x="6644640" y="2072640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Don't treat AI output as final truth — always sanity-check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6461760" y="2938272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2" name="Text 20"/>
          <p:cNvSpPr/>
          <p:nvPr/>
        </p:nvSpPr>
        <p:spPr>
          <a:xfrm>
            <a:off x="6644640" y="2938272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Don't share sensitive data outside approved secure channels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6461760" y="3803904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4" name="Text 22"/>
          <p:cNvSpPr/>
          <p:nvPr/>
        </p:nvSpPr>
        <p:spPr>
          <a:xfrm>
            <a:off x="6644640" y="3803904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Don't skip the governance process — AI still needs oversight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6461760" y="4669536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6" name="Text 24"/>
          <p:cNvSpPr/>
          <p:nvPr/>
        </p:nvSpPr>
        <p:spPr>
          <a:xfrm>
            <a:off x="6644640" y="4669536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Don't expect perfection — AI requires iteration and feedback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6461760" y="5535168"/>
            <a:ext cx="5242560" cy="792480"/>
          </a:xfrm>
          <a:prstGeom prst="rect">
            <a:avLst/>
          </a:prstGeom>
          <a:solidFill>
            <a:srgbClr val="EFE7D8"/>
          </a:solidFill>
          <a:ln>
            <a:noFill/>
          </a:ln>
        </p:spPr>
        <p:txBody>
          <a:bodyPr/>
          <a:lstStyle/>
          <a:p>
            <a:endParaRPr lang="en-AE" sz="2400"/>
          </a:p>
        </p:txBody>
      </p:sp>
      <p:sp>
        <p:nvSpPr>
          <p:cNvPr id="28" name="Text 26"/>
          <p:cNvSpPr/>
          <p:nvPr/>
        </p:nvSpPr>
        <p:spPr>
          <a:xfrm>
            <a:off x="6644640" y="5535168"/>
            <a:ext cx="4998720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❌  Don't remove humans in the loop  from high-stakes decision loops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10728960" y="633984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6F6A63"/>
                </a:solidFill>
                <a:latin typeface="Aptos"/>
              </a:rPr>
              <a:t>10 / 30</a:t>
            </a:r>
            <a:endParaRPr lang="en-US" sz="1200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CBD100AE-730E-E6BE-E3B7-430F388F6366}"/>
              </a:ext>
            </a:extLst>
          </p:cNvPr>
          <p:cNvPicPr>
            <a:picLocks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3395790" y="3390212"/>
            <a:ext cx="6863579" cy="7200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776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7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D6930"/>
      </a:accent1>
      <a:accent2>
        <a:srgbClr val="86A795"/>
      </a:accent2>
      <a:accent3>
        <a:srgbClr val="3F762A"/>
      </a:accent3>
      <a:accent4>
        <a:srgbClr val="455F51"/>
      </a:accent4>
      <a:accent5>
        <a:srgbClr val="FFC000"/>
      </a:accent5>
      <a:accent6>
        <a:srgbClr val="C3922E"/>
      </a:accent6>
      <a:hlink>
        <a:srgbClr val="D1842F"/>
      </a:hlink>
      <a:folHlink>
        <a:srgbClr val="D1842F"/>
      </a:folHlink>
    </a:clrScheme>
    <a:fontScheme name="Custom 1">
      <a:majorFont>
        <a:latin typeface="Avenir Next LT Pro Light"/>
        <a:ea typeface=""/>
        <a:cs typeface=""/>
      </a:majorFont>
      <a:minorFont>
        <a:latin typeface="Avenir Next LT Pr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Custom 7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D6930"/>
      </a:accent1>
      <a:accent2>
        <a:srgbClr val="86A795"/>
      </a:accent2>
      <a:accent3>
        <a:srgbClr val="3F762A"/>
      </a:accent3>
      <a:accent4>
        <a:srgbClr val="455F51"/>
      </a:accent4>
      <a:accent5>
        <a:srgbClr val="FFC000"/>
      </a:accent5>
      <a:accent6>
        <a:srgbClr val="C3922E"/>
      </a:accent6>
      <a:hlink>
        <a:srgbClr val="D1842F"/>
      </a:hlink>
      <a:folHlink>
        <a:srgbClr val="D1842F"/>
      </a:folHlink>
    </a:clrScheme>
    <a:fontScheme name="Custom 1">
      <a:majorFont>
        <a:latin typeface="Avenir Next LT Pro Light"/>
        <a:ea typeface=""/>
        <a:cs typeface=""/>
      </a:majorFont>
      <a:minorFont>
        <a:latin typeface="Avenir Next LT Pr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Custom 7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D6930"/>
      </a:accent1>
      <a:accent2>
        <a:srgbClr val="86A795"/>
      </a:accent2>
      <a:accent3>
        <a:srgbClr val="3F762A"/>
      </a:accent3>
      <a:accent4>
        <a:srgbClr val="455F51"/>
      </a:accent4>
      <a:accent5>
        <a:srgbClr val="FFC000"/>
      </a:accent5>
      <a:accent6>
        <a:srgbClr val="C3922E"/>
      </a:accent6>
      <a:hlink>
        <a:srgbClr val="D1842F"/>
      </a:hlink>
      <a:folHlink>
        <a:srgbClr val="D1842F"/>
      </a:folHlink>
    </a:clrScheme>
    <a:fontScheme name="Custom 1">
      <a:majorFont>
        <a:latin typeface="Avenir Next LT Pro Light"/>
        <a:ea typeface=""/>
        <a:cs typeface=""/>
      </a:majorFont>
      <a:minorFont>
        <a:latin typeface="Avenir Next LT Pro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D37C15-1C04-4DDA-8619-04379892E49E}">
  <we:reference id="7c8099b1-056c-4a25-ad37-93577abb592e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CD8E691246E43B9E9326A3AEEA4C9" ma:contentTypeVersion="10" ma:contentTypeDescription="Create a new document." ma:contentTypeScope="" ma:versionID="7d962c5a4893fab80502032513b21864">
  <xsd:schema xmlns:xsd="http://www.w3.org/2001/XMLSchema" xmlns:xs="http://www.w3.org/2001/XMLSchema" xmlns:p="http://schemas.microsoft.com/office/2006/metadata/properties" xmlns:ns2="6bf810da-3f67-4f08-9385-a760eaa913d6" xmlns:ns3="2758de06-7f32-43e5-8d17-14e63920b560" targetNamespace="http://schemas.microsoft.com/office/2006/metadata/properties" ma:root="true" ma:fieldsID="e1053ee0e24e4d83c36a46d2581809e4" ns2:_="" ns3:_="">
    <xsd:import namespace="6bf810da-3f67-4f08-9385-a760eaa913d6"/>
    <xsd:import namespace="2758de06-7f32-43e5-8d17-14e63920b5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810da-3f67-4f08-9385-a760eaa913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67100e6-59b8-4452-b8e1-b290577fa9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8de06-7f32-43e5-8d17-14e63920b56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2c704-d5ae-4997-aff1-fb786743f041}" ma:internalName="TaxCatchAll" ma:showField="CatchAllData" ma:web="2758de06-7f32-43e5-8d17-14e63920b5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f810da-3f67-4f08-9385-a760eaa913d6">
      <Terms xmlns="http://schemas.microsoft.com/office/infopath/2007/PartnerControls"/>
    </lcf76f155ced4ddcb4097134ff3c332f>
    <TaxCatchAll xmlns="2758de06-7f32-43e5-8d17-14e63920b56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F442C7-118A-4752-A529-58A34E131023}">
  <ds:schemaRefs>
    <ds:schemaRef ds:uri="2758de06-7f32-43e5-8d17-14e63920b560"/>
    <ds:schemaRef ds:uri="6bf810da-3f67-4f08-9385-a760eaa913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208DA9F-55A1-4858-89D0-966DE1A43CCE}">
  <ds:schemaRefs>
    <ds:schemaRef ds:uri="2758de06-7f32-43e5-8d17-14e63920b560"/>
    <ds:schemaRef ds:uri="6bf810da-3f67-4f08-9385-a760eaa913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34F4F17-A38F-40DC-AF6C-7F047BF279C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a91df48-5f76-47bd-8327-373734b3f614}" enabled="0" method="" siteId="{8a91df48-5f76-47bd-8327-373734b3f6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981</Words>
  <Application>Microsoft Office PowerPoint</Application>
  <PresentationFormat>Widescreen</PresentationFormat>
  <Paragraphs>204</Paragraphs>
  <Slides>12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Aptos</vt:lpstr>
      <vt:lpstr>Arial</vt:lpstr>
      <vt:lpstr>Avenir</vt:lpstr>
      <vt:lpstr>Avenir Next LT Pro Light</vt:lpstr>
      <vt:lpstr>Avenir Next LT Pro Regular</vt:lpstr>
      <vt:lpstr>Calibri</vt:lpstr>
      <vt:lpstr>Noto Sans Symbols</vt:lpstr>
      <vt:lpstr>Wingdings</vt:lpstr>
      <vt:lpstr>1_Office Theme</vt:lpstr>
      <vt:lpstr>2_Office Theme</vt:lpstr>
      <vt:lpstr>6_Office Theme</vt:lpstr>
      <vt:lpstr>think-cell Slide</vt:lpstr>
      <vt:lpstr>Executive Office – AI Deployment</vt:lpstr>
      <vt:lpstr>EO AI platform has been deployed on a secure, sovereign infrastructure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Office Progress Update</dc:title>
  <dc:creator>مدني.طارق زياد احمد جوده</dc:creator>
  <cp:lastModifiedBy>Raheem Abdur</cp:lastModifiedBy>
  <cp:revision>1</cp:revision>
  <cp:lastPrinted>2026-04-21T05:06:59Z</cp:lastPrinted>
  <dcterms:created xsi:type="dcterms:W3CDTF">2025-04-29T06:00:25Z</dcterms:created>
  <dcterms:modified xsi:type="dcterms:W3CDTF">2026-04-28T09:51:47Z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2025-04-29T10:48:18Z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62d2d695-2881-4bd7-8cac-112c06bd6c98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0x01010069ECD8E691246E43B9E9326A3AEEA4C9</vt:lpwstr>
  </property>
</Properties>
</file>