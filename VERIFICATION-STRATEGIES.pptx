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Host Grotesk Medium"/>
      <p:regular r:id="rId8"/>
    </p:embeddedFont>
    <p:embeddedFont>
      <p:font typeface="Host Grotesk Medium"/>
      <p:regular r:id="rId9"/>
    </p:embeddedFont>
    <p:embeddedFont>
      <p:font typeface="Host Grotesk Medium"/>
      <p:regular r:id="rId10"/>
    </p:embeddedFont>
    <p:embeddedFont>
      <p:font typeface="Host Grotesk Medium"/>
      <p:regular r:id="rId11"/>
    </p:embeddedFont>
    <p:embeddedFont>
      <p:font typeface="Roboto"/>
      <p:regular r:id="rId12"/>
    </p:embeddedFont>
    <p:embeddedFont>
      <p:font typeface="Roboto"/>
      <p:regular r:id="rId13"/>
    </p:embeddedFont>
    <p:embeddedFont>
      <p:font typeface="Roboto"/>
      <p:regular r:id="rId14"/>
    </p:embeddedFont>
    <p:embeddedFont>
      <p:font typeface="Roboto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926"/>
            <a:ext cx="6984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VERIFICATION STRATEGIES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9430"/>
            <a:ext cx="54188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we prove unlearning actually worked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30736"/>
            <a:ext cx="366355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Forget-Side Verification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682841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deleted user truly gone?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27076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Logit suppression check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46533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 divergence shift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065990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Forget-set accuracy drop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485448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Paraphrase stress tests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904905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Activation &amp; canary tests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288161" y="3030736"/>
            <a:ext cx="364450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Retain-Side Verification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288161" y="3682841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we preserve everyone else?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288161" y="4227076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Perplexity stability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288161" y="4646533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Retain-set CE stable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288161" y="5065990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KL drift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288161" y="5485448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/ utility intact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288161" y="5904905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/ baseline checks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782532" y="3030736"/>
            <a:ext cx="345066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Privacy Attack Testing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9782532" y="3682841"/>
            <a:ext cx="406919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anyone still recover it?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82532" y="4227076"/>
            <a:ext cx="406919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Membership AUC ≈ 0.5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782532" y="4646533"/>
            <a:ext cx="406919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Shadow MIA battery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782532" y="5065990"/>
            <a:ext cx="406919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inversion fails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82532" y="5485448"/>
            <a:ext cx="406919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similarity collapse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82532" y="5904905"/>
            <a:ext cx="406919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PII leakage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579513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Multi-layer verification across </a:t>
            </a:r>
            <a:pPr algn="ctr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forget</a:t>
            </a:r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ctr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</a:t>
            </a:r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ctr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attacks</a:t>
            </a:r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ensures UnlearnAI unlearning is effective, safe, and auditable.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2025-12-01T12:53:47Z</dcterms:created>
  <dcterms:modified xsi:type="dcterms:W3CDTF">2025-12-01T12:53:47Z</dcterms:modified>
</cp:coreProperties>
</file>