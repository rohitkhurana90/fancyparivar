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Host Grotesk Medium"/>
      <p:regular r:id="rId8"/>
    </p:embeddedFont>
    <p:embeddedFont>
      <p:font typeface="Host Grotesk Medium"/>
      <p:regular r:id="rId9"/>
    </p:embeddedFont>
    <p:embeddedFont>
      <p:font typeface="Host Grotesk Medium"/>
      <p:regular r:id="rId10"/>
    </p:embeddedFont>
    <p:embeddedFont>
      <p:font typeface="Host Grotesk Medium"/>
      <p:regular r:id="rId11"/>
    </p:embeddedFont>
    <p:embeddedFont>
      <p:font typeface="Roboto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5348764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UnlearnAI Economics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8784" y="1342311"/>
            <a:ext cx="292155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&amp; Time Advantage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8784" y="2104311"/>
            <a:ext cx="4199334" cy="705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80-90%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511260" y="3077528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Reduction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8784" y="3540085"/>
            <a:ext cx="419933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vs. full model retraining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215533" y="2104311"/>
            <a:ext cx="4199334" cy="705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95%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5978009" y="3077528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Time Savings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15533" y="3540085"/>
            <a:ext cx="419933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Hours instead of weeks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82282" y="2104311"/>
            <a:ext cx="4199334" cy="705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0%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0444758" y="3077528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Regulatory Risk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82282" y="3540085"/>
            <a:ext cx="419933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Compliant targeted unlearning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8784" y="4315420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Full Retrain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8784" y="4863465"/>
            <a:ext cx="6305431" cy="9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$80K–$255K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748784" y="6000036"/>
            <a:ext cx="630543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2–4 weeks rebuild time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583805" y="4315420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UnlearnAI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583805" y="4863465"/>
            <a:ext cx="6305431" cy="9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$200–$1K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7583805" y="6000036"/>
            <a:ext cx="630543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Hours to forget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8784" y="6754058"/>
            <a:ext cx="13132832" cy="887611"/>
          </a:xfrm>
          <a:prstGeom prst="roundRect">
            <a:avLst>
              <a:gd name="adj" fmla="val 10124"/>
            </a:avLst>
          </a:prstGeom>
          <a:solidFill>
            <a:srgbClr val="C6E4E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20" y="7062788"/>
            <a:ext cx="267414" cy="2138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43871" y="7021354"/>
            <a:ext cx="1222390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XGBoost/DNN on A100 GPUs · SISA + LoRA forget adapters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2025-12-01T12:41:45Z</dcterms:created>
  <dcterms:modified xsi:type="dcterms:W3CDTF">2025-12-01T12:41:45Z</dcterms:modified>
</cp:coreProperties>
</file>