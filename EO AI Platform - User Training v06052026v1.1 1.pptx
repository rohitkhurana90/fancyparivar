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2.xml" ContentType="application/vnd.openxmlformats-officedocument.them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3.xml" ContentType="application/vnd.openxmlformats-officedocument.them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6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2" r:id="rId5"/>
    <p:sldMasterId id="2147483777" r:id="rId6"/>
  </p:sldMasterIdLst>
  <p:notesMasterIdLst>
    <p:notesMasterId r:id="rId25"/>
  </p:notesMasterIdLst>
  <p:handoutMasterIdLst>
    <p:handoutMasterId r:id="rId26"/>
  </p:handoutMasterIdLst>
  <p:sldIdLst>
    <p:sldId id="258" r:id="rId7"/>
    <p:sldId id="292" r:id="rId8"/>
    <p:sldId id="299" r:id="rId9"/>
    <p:sldId id="290" r:id="rId10"/>
    <p:sldId id="300" r:id="rId11"/>
    <p:sldId id="259" r:id="rId12"/>
    <p:sldId id="260" r:id="rId13"/>
    <p:sldId id="261" r:id="rId14"/>
    <p:sldId id="262" r:id="rId15"/>
    <p:sldId id="263" r:id="rId16"/>
    <p:sldId id="276" r:id="rId17"/>
    <p:sldId id="264" r:id="rId18"/>
    <p:sldId id="298" r:id="rId19"/>
    <p:sldId id="265" r:id="rId20"/>
    <p:sldId id="296" r:id="rId21"/>
    <p:sldId id="297" r:id="rId22"/>
    <p:sldId id="301" r:id="rId23"/>
    <p:sldId id="291" r:id="rId24"/>
  </p:sldIdLst>
  <p:sldSz cx="12192000" cy="6858000"/>
  <p:notesSz cx="9929813" cy="6799263"/>
  <p:defaultTextStyle>
    <a:defPPr>
      <a:defRPr lang="ar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0A9BAF-9A33-4585-3D5C-20F491A27F7D}" name="Marwa Al Menhali" initials="MA" userId="S::marwa.almenhali@eomod.gov.ae::7133aee4-0dfe-4e07-818a-4b59de7ca6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5F51"/>
    <a:srgbClr val="EBF6E6"/>
    <a:srgbClr val="E7EDEA"/>
    <a:srgbClr val="D7E2DC"/>
    <a:srgbClr val="E0BF7C"/>
    <a:srgbClr val="E3DED1"/>
    <a:srgbClr val="FCFCFA"/>
    <a:srgbClr val="000000"/>
    <a:srgbClr val="FFF2CC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1A3F8-5337-45ED-8211-5B9A4AE9BA13}" v="78" dt="2026-05-06T08:21:10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 showGuides="1">
      <p:cViewPr varScale="1">
        <p:scale>
          <a:sx n="150" d="100"/>
          <a:sy n="150" d="100"/>
        </p:scale>
        <p:origin x="7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3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di Mouhib" userId="58221ef2-2aad-44ae-86c0-c1532f1e107d" providerId="ADAL" clId="{57207868-6CDF-404E-B818-DC49891BFF5F}"/>
    <pc:docChg chg="undo custSel addSld delSld modSld delMainMaster delSection modSection">
      <pc:chgData name="Mehdi Mouhib" userId="58221ef2-2aad-44ae-86c0-c1532f1e107d" providerId="ADAL" clId="{57207868-6CDF-404E-B818-DC49891BFF5F}" dt="2026-04-22T18:37:17.510" v="864" actId="1076"/>
      <pc:docMkLst>
        <pc:docMk/>
      </pc:docMkLst>
      <pc:sldChg chg="modSp mod">
        <pc:chgData name="Mehdi Mouhib" userId="58221ef2-2aad-44ae-86c0-c1532f1e107d" providerId="ADAL" clId="{57207868-6CDF-404E-B818-DC49891BFF5F}" dt="2026-04-22T16:58:40.352" v="21" actId="20577"/>
        <pc:sldMkLst>
          <pc:docMk/>
          <pc:sldMk cId="3064073957" sldId="258"/>
        </pc:sldMkLst>
        <pc:spChg chg="mod">
          <ac:chgData name="Mehdi Mouhib" userId="58221ef2-2aad-44ae-86c0-c1532f1e107d" providerId="ADAL" clId="{57207868-6CDF-404E-B818-DC49891BFF5F}" dt="2026-04-22T16:58:40.352" v="21" actId="20577"/>
          <ac:spMkLst>
            <pc:docMk/>
            <pc:sldMk cId="3064073957" sldId="258"/>
            <ac:spMk id="3" creationId="{89BE27C4-4918-A4A4-E57D-E7D746E9180F}"/>
          </ac:spMkLst>
        </pc:spChg>
      </pc:sldChg>
      <pc:sldChg chg="addSp delSp modSp mod">
        <pc:chgData name="Mehdi Mouhib" userId="58221ef2-2aad-44ae-86c0-c1532f1e107d" providerId="ADAL" clId="{57207868-6CDF-404E-B818-DC49891BFF5F}" dt="2026-04-22T18:33:21.271" v="741" actId="12789"/>
        <pc:sldMkLst>
          <pc:docMk/>
          <pc:sldMk cId="275370146" sldId="290"/>
        </pc:sldMkLst>
        <pc:spChg chg="mod">
          <ac:chgData name="Mehdi Mouhib" userId="58221ef2-2aad-44ae-86c0-c1532f1e107d" providerId="ADAL" clId="{57207868-6CDF-404E-B818-DC49891BFF5F}" dt="2026-04-22T17:01:17.111" v="177" actId="20577"/>
          <ac:spMkLst>
            <pc:docMk/>
            <pc:sldMk cId="275370146" sldId="290"/>
            <ac:spMk id="2" creationId="{F11FF665-D242-4A05-13BE-0B8747E742CF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10" creationId="{F32475E7-280C-8D07-15D9-443B92437452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11" creationId="{FCC37BAE-3666-571D-1F42-A529D2146C2B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36" creationId="{9416FB6D-6A62-5500-97F9-43062283E54A}"/>
          </ac:spMkLst>
        </pc:spChg>
        <pc:spChg chg="mod">
          <ac:chgData name="Mehdi Mouhib" userId="58221ef2-2aad-44ae-86c0-c1532f1e107d" providerId="ADAL" clId="{57207868-6CDF-404E-B818-DC49891BFF5F}" dt="2026-04-22T17:00:57.330" v="161" actId="1076"/>
          <ac:spMkLst>
            <pc:docMk/>
            <pc:sldMk cId="275370146" sldId="290"/>
            <ac:spMk id="39" creationId="{328B7766-E101-12F1-1B7F-034D70EBC6F7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67" creationId="{6FFB49CD-343D-852C-E7B6-E4950128470B}"/>
          </ac:spMkLst>
        </pc:spChg>
        <pc:picChg chg="mod">
          <ac:chgData name="Mehdi Mouhib" userId="58221ef2-2aad-44ae-86c0-c1532f1e107d" providerId="ADAL" clId="{57207868-6CDF-404E-B818-DC49891BFF5F}" dt="2026-04-22T17:00:57.330" v="161" actId="1076"/>
          <ac:picMkLst>
            <pc:docMk/>
            <pc:sldMk cId="275370146" sldId="290"/>
            <ac:picMk id="86" creationId="{D8F78ED0-E4AA-AB09-F10D-40DBC4ACCD9F}"/>
          </ac:picMkLst>
        </pc:picChg>
      </pc:sldChg>
      <pc:sldChg chg="new">
        <pc:chgData name="Mehdi Mouhib" userId="58221ef2-2aad-44ae-86c0-c1532f1e107d" providerId="ADAL" clId="{57207868-6CDF-404E-B818-DC49891BFF5F}" dt="2026-04-22T17:04:13.579" v="573" actId="680"/>
        <pc:sldMkLst>
          <pc:docMk/>
          <pc:sldMk cId="3833677669" sldId="291"/>
        </pc:sldMkLst>
      </pc:sldChg>
    </pc:docChg>
  </pc:docChgLst>
  <pc:docChgLst>
    <pc:chgData name="Raheem Abdur" userId="8a676866-1d58-4594-b91a-017db1e03f85" providerId="ADAL" clId="{8C517D93-3571-4A81-BC4B-E57B6ACDFD9C}"/>
    <pc:docChg chg="undo custSel addSld delSld modSld sldOrd modMainMaster">
      <pc:chgData name="Raheem Abdur" userId="8a676866-1d58-4594-b91a-017db1e03f85" providerId="ADAL" clId="{8C517D93-3571-4A81-BC4B-E57B6ACDFD9C}" dt="2026-05-06T08:22:24.645" v="1126" actId="2711"/>
      <pc:docMkLst>
        <pc:docMk/>
      </pc:docMkLst>
      <pc:sldChg chg="modSp mod">
        <pc:chgData name="Raheem Abdur" userId="8a676866-1d58-4594-b91a-017db1e03f85" providerId="ADAL" clId="{8C517D93-3571-4A81-BC4B-E57B6ACDFD9C}" dt="2026-05-06T08:22:24.645" v="1126" actId="2711"/>
        <pc:sldMkLst>
          <pc:docMk/>
          <pc:sldMk cId="3064073957" sldId="258"/>
        </pc:sldMkLst>
        <pc:spChg chg="mod">
          <ac:chgData name="Raheem Abdur" userId="8a676866-1d58-4594-b91a-017db1e03f85" providerId="ADAL" clId="{8C517D93-3571-4A81-BC4B-E57B6ACDFD9C}" dt="2026-05-06T08:22:13.500" v="1124" actId="2711"/>
          <ac:spMkLst>
            <pc:docMk/>
            <pc:sldMk cId="3064073957" sldId="258"/>
            <ac:spMk id="3" creationId="{89BE27C4-4918-A4A4-E57D-E7D746E9180F}"/>
          </ac:spMkLst>
        </pc:spChg>
        <pc:spChg chg="mod">
          <ac:chgData name="Raheem Abdur" userId="8a676866-1d58-4594-b91a-017db1e03f85" providerId="ADAL" clId="{8C517D93-3571-4A81-BC4B-E57B6ACDFD9C}" dt="2026-05-06T08:22:24.645" v="1126" actId="2711"/>
          <ac:spMkLst>
            <pc:docMk/>
            <pc:sldMk cId="3064073957" sldId="258"/>
            <ac:spMk id="4" creationId="{8B9D5E42-F067-4D13-075C-D05861BAA1F4}"/>
          </ac:spMkLst>
        </pc:spChg>
        <pc:spChg chg="mod">
          <ac:chgData name="Raheem Abdur" userId="8a676866-1d58-4594-b91a-017db1e03f85" providerId="ADAL" clId="{8C517D93-3571-4A81-BC4B-E57B6ACDFD9C}" dt="2026-05-06T08:22:17.136" v="1125" actId="2711"/>
          <ac:spMkLst>
            <pc:docMk/>
            <pc:sldMk cId="3064073957" sldId="258"/>
            <ac:spMk id="13" creationId="{071CFE27-70D7-C56E-CBEA-4E83D774920B}"/>
          </ac:spMkLst>
        </pc:spChg>
      </pc:sldChg>
      <pc:sldChg chg="delSp add del mod setBg">
        <pc:chgData name="Raheem Abdur" userId="8a676866-1d58-4594-b91a-017db1e03f85" providerId="ADAL" clId="{8C517D93-3571-4A81-BC4B-E57B6ACDFD9C}" dt="2026-05-06T07:53:59.784" v="637" actId="478"/>
        <pc:sldMkLst>
          <pc:docMk/>
          <pc:sldMk cId="0" sldId="259"/>
        </pc:sldMkLst>
        <pc:picChg chg="del">
          <ac:chgData name="Raheem Abdur" userId="8a676866-1d58-4594-b91a-017db1e03f85" providerId="ADAL" clId="{8C517D93-3571-4A81-BC4B-E57B6ACDFD9C}" dt="2026-05-06T07:53:59.784" v="637" actId="478"/>
          <ac:picMkLst>
            <pc:docMk/>
            <pc:sldMk cId="0" sldId="259"/>
            <ac:picMk id="40" creationId="{EE29EA00-BC31-CFE1-9283-18EE4AFEA268}"/>
          </ac:picMkLst>
        </pc:picChg>
      </pc:sldChg>
      <pc:sldChg chg="delSp add del mod setBg">
        <pc:chgData name="Raheem Abdur" userId="8a676866-1d58-4594-b91a-017db1e03f85" providerId="ADAL" clId="{8C517D93-3571-4A81-BC4B-E57B6ACDFD9C}" dt="2026-05-06T07:54:03.046" v="638" actId="478"/>
        <pc:sldMkLst>
          <pc:docMk/>
          <pc:sldMk cId="0" sldId="260"/>
        </pc:sldMkLst>
        <pc:picChg chg="del">
          <ac:chgData name="Raheem Abdur" userId="8a676866-1d58-4594-b91a-017db1e03f85" providerId="ADAL" clId="{8C517D93-3571-4A81-BC4B-E57B6ACDFD9C}" dt="2026-05-06T07:54:03.046" v="638" actId="478"/>
          <ac:picMkLst>
            <pc:docMk/>
            <pc:sldMk cId="0" sldId="260"/>
            <ac:picMk id="35" creationId="{39FE2EDC-39AF-0656-81AD-C065932339CB}"/>
          </ac:picMkLst>
        </pc:picChg>
      </pc:sldChg>
      <pc:sldChg chg="delSp modSp add del mod setBg">
        <pc:chgData name="Raheem Abdur" userId="8a676866-1d58-4594-b91a-017db1e03f85" providerId="ADAL" clId="{8C517D93-3571-4A81-BC4B-E57B6ACDFD9C}" dt="2026-05-06T08:21:01.550" v="1060" actId="20577"/>
        <pc:sldMkLst>
          <pc:docMk/>
          <pc:sldMk cId="0" sldId="261"/>
        </pc:sldMkLst>
        <pc:spChg chg="mod">
          <ac:chgData name="Raheem Abdur" userId="8a676866-1d58-4594-b91a-017db1e03f85" providerId="ADAL" clId="{8C517D93-3571-4A81-BC4B-E57B6ACDFD9C}" dt="2026-05-06T08:21:01.550" v="1060" actId="20577"/>
          <ac:spMkLst>
            <pc:docMk/>
            <pc:sldMk cId="0" sldId="261"/>
            <ac:spMk id="3" creationId="{00000000-0000-0000-0000-000000000000}"/>
          </ac:spMkLst>
        </pc:spChg>
        <pc:picChg chg="del">
          <ac:chgData name="Raheem Abdur" userId="8a676866-1d58-4594-b91a-017db1e03f85" providerId="ADAL" clId="{8C517D93-3571-4A81-BC4B-E57B6ACDFD9C}" dt="2026-05-06T07:54:05.210" v="639" actId="478"/>
          <ac:picMkLst>
            <pc:docMk/>
            <pc:sldMk cId="0" sldId="261"/>
            <ac:picMk id="12" creationId="{FD91B3D0-47D3-46D6-F049-7B926A4C6219}"/>
          </ac:picMkLst>
        </pc:picChg>
      </pc:sldChg>
      <pc:sldChg chg="delSp modSp add del mod setBg">
        <pc:chgData name="Raheem Abdur" userId="8a676866-1d58-4594-b91a-017db1e03f85" providerId="ADAL" clId="{8C517D93-3571-4A81-BC4B-E57B6ACDFD9C}" dt="2026-05-06T07:54:08.966" v="640" actId="478"/>
        <pc:sldMkLst>
          <pc:docMk/>
          <pc:sldMk cId="0" sldId="262"/>
        </pc:sldMkLst>
        <pc:spChg chg="mod">
          <ac:chgData name="Raheem Abdur" userId="8a676866-1d58-4594-b91a-017db1e03f85" providerId="ADAL" clId="{8C517D93-3571-4A81-BC4B-E57B6ACDFD9C}" dt="2026-04-28T09:49:23.143" v="275" actId="6549"/>
          <ac:spMkLst>
            <pc:docMk/>
            <pc:sldMk cId="0" sldId="262"/>
            <ac:spMk id="10" creationId="{00000000-0000-0000-0000-000000000000}"/>
          </ac:spMkLst>
        </pc:spChg>
        <pc:picChg chg="del">
          <ac:chgData name="Raheem Abdur" userId="8a676866-1d58-4594-b91a-017db1e03f85" providerId="ADAL" clId="{8C517D93-3571-4A81-BC4B-E57B6ACDFD9C}" dt="2026-05-06T07:54:08.966" v="640" actId="478"/>
          <ac:picMkLst>
            <pc:docMk/>
            <pc:sldMk cId="0" sldId="262"/>
            <ac:picMk id="54" creationId="{C94F7918-27CF-6C57-97B2-A7146B84AA77}"/>
          </ac:picMkLst>
        </pc:picChg>
      </pc:sldChg>
      <pc:sldChg chg="delSp add del mod setBg">
        <pc:chgData name="Raheem Abdur" userId="8a676866-1d58-4594-b91a-017db1e03f85" providerId="ADAL" clId="{8C517D93-3571-4A81-BC4B-E57B6ACDFD9C}" dt="2026-05-06T07:54:11.554" v="641" actId="478"/>
        <pc:sldMkLst>
          <pc:docMk/>
          <pc:sldMk cId="0" sldId="263"/>
        </pc:sldMkLst>
        <pc:picChg chg="del">
          <ac:chgData name="Raheem Abdur" userId="8a676866-1d58-4594-b91a-017db1e03f85" providerId="ADAL" clId="{8C517D93-3571-4A81-BC4B-E57B6ACDFD9C}" dt="2026-05-06T07:54:11.554" v="641" actId="478"/>
          <ac:picMkLst>
            <pc:docMk/>
            <pc:sldMk cId="0" sldId="263"/>
            <ac:picMk id="24" creationId="{E02FFE44-77DB-D81A-C980-1B79450F4BD0}"/>
          </ac:picMkLst>
        </pc:picChg>
      </pc:sldChg>
      <pc:sldChg chg="delSp add del mod setBg">
        <pc:chgData name="Raheem Abdur" userId="8a676866-1d58-4594-b91a-017db1e03f85" providerId="ADAL" clId="{8C517D93-3571-4A81-BC4B-E57B6ACDFD9C}" dt="2026-05-06T07:54:14.713" v="643" actId="478"/>
        <pc:sldMkLst>
          <pc:docMk/>
          <pc:sldMk cId="0" sldId="264"/>
        </pc:sldMkLst>
        <pc:picChg chg="del">
          <ac:chgData name="Raheem Abdur" userId="8a676866-1d58-4594-b91a-017db1e03f85" providerId="ADAL" clId="{8C517D93-3571-4A81-BC4B-E57B6ACDFD9C}" dt="2026-05-06T07:54:14.713" v="643" actId="478"/>
          <ac:picMkLst>
            <pc:docMk/>
            <pc:sldMk cId="0" sldId="264"/>
            <ac:picMk id="37" creationId="{06D616BB-37E4-A1BD-2E99-33A9DF0EBBAF}"/>
          </ac:picMkLst>
        </pc:picChg>
      </pc:sldChg>
      <pc:sldChg chg="addSp delSp modSp add del mod setBg">
        <pc:chgData name="Raheem Abdur" userId="8a676866-1d58-4594-b91a-017db1e03f85" providerId="ADAL" clId="{8C517D93-3571-4A81-BC4B-E57B6ACDFD9C}" dt="2026-05-06T08:16:38.631" v="830" actId="108"/>
        <pc:sldMkLst>
          <pc:docMk/>
          <pc:sldMk cId="0" sldId="265"/>
        </pc:sldMkLst>
        <pc:spChg chg="add mod">
          <ac:chgData name="Raheem Abdur" userId="8a676866-1d58-4594-b91a-017db1e03f85" providerId="ADAL" clId="{8C517D93-3571-4A81-BC4B-E57B6ACDFD9C}" dt="2026-05-06T07:55:30.485" v="671" actId="6549"/>
          <ac:spMkLst>
            <pc:docMk/>
            <pc:sldMk cId="0" sldId="265"/>
            <ac:spMk id="2" creationId="{8541D53E-786E-F76C-FEDD-96FE1E9D37AC}"/>
          </ac:spMkLst>
        </pc:spChg>
        <pc:spChg chg="del">
          <ac:chgData name="Raheem Abdur" userId="8a676866-1d58-4594-b91a-017db1e03f85" providerId="ADAL" clId="{8C517D93-3571-4A81-BC4B-E57B6ACDFD9C}" dt="2026-05-06T07:53:49.232" v="634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Raheem Abdur" userId="8a676866-1d58-4594-b91a-017db1e03f85" providerId="ADAL" clId="{8C517D93-3571-4A81-BC4B-E57B6ACDFD9C}" dt="2026-05-06T07:53:36.205" v="630" actId="478"/>
          <ac:spMkLst>
            <pc:docMk/>
            <pc:sldMk cId="0" sldId="265"/>
            <ac:spMk id="26" creationId="{00000000-0000-0000-0000-000000000000}"/>
          </ac:spMkLst>
        </pc:spChg>
        <pc:spChg chg="add mod">
          <ac:chgData name="Raheem Abdur" userId="8a676866-1d58-4594-b91a-017db1e03f85" providerId="ADAL" clId="{8C517D93-3571-4A81-BC4B-E57B6ACDFD9C}" dt="2026-05-06T08:16:38.631" v="830" actId="108"/>
          <ac:spMkLst>
            <pc:docMk/>
            <pc:sldMk cId="0" sldId="265"/>
            <ac:spMk id="31" creationId="{CB4D215A-5836-A894-5E81-810508064947}"/>
          </ac:spMkLst>
        </pc:spChg>
        <pc:picChg chg="del">
          <ac:chgData name="Raheem Abdur" userId="8a676866-1d58-4594-b91a-017db1e03f85" providerId="ADAL" clId="{8C517D93-3571-4A81-BC4B-E57B6ACDFD9C}" dt="2026-05-06T07:53:53.867" v="636" actId="478"/>
          <ac:picMkLst>
            <pc:docMk/>
            <pc:sldMk cId="0" sldId="265"/>
            <ac:picMk id="30" creationId="{CBD100AE-730E-E6BE-E3B7-430F388F6366}"/>
          </ac:picMkLst>
        </pc:picChg>
      </pc:sldChg>
      <pc:sldChg chg="delSp add del mod setBg">
        <pc:chgData name="Raheem Abdur" userId="8a676866-1d58-4594-b91a-017db1e03f85" providerId="ADAL" clId="{8C517D93-3571-4A81-BC4B-E57B6ACDFD9C}" dt="2026-05-06T07:54:13.345" v="642" actId="478"/>
        <pc:sldMkLst>
          <pc:docMk/>
          <pc:sldMk cId="0" sldId="276"/>
        </pc:sldMkLst>
        <pc:picChg chg="del">
          <ac:chgData name="Raheem Abdur" userId="8a676866-1d58-4594-b91a-017db1e03f85" providerId="ADAL" clId="{8C517D93-3571-4A81-BC4B-E57B6ACDFD9C}" dt="2026-05-06T07:54:13.345" v="642" actId="478"/>
          <ac:picMkLst>
            <pc:docMk/>
            <pc:sldMk cId="0" sldId="276"/>
            <ac:picMk id="48" creationId="{8E3AA8A8-F521-B5DB-7D80-152C3634B6AD}"/>
          </ac:picMkLst>
        </pc:picChg>
      </pc:sldChg>
      <pc:sldChg chg="addSp delSp modSp mod">
        <pc:chgData name="Raheem Abdur" userId="8a676866-1d58-4594-b91a-017db1e03f85" providerId="ADAL" clId="{8C517D93-3571-4A81-BC4B-E57B6ACDFD9C}" dt="2026-05-06T08:17:13.704" v="858" actId="1076"/>
        <pc:sldMkLst>
          <pc:docMk/>
          <pc:sldMk cId="275370146" sldId="290"/>
        </pc:sldMkLst>
        <pc:spChg chg="mod">
          <ac:chgData name="Raheem Abdur" userId="8a676866-1d58-4594-b91a-017db1e03f85" providerId="ADAL" clId="{8C517D93-3571-4A81-BC4B-E57B6ACDFD9C}" dt="2026-05-06T08:16:14.950" v="829" actId="1076"/>
          <ac:spMkLst>
            <pc:docMk/>
            <pc:sldMk cId="275370146" sldId="290"/>
            <ac:spMk id="2" creationId="{F11FF665-D242-4A05-13BE-0B8747E742CF}"/>
          </ac:spMkLst>
        </pc:spChg>
        <pc:spChg chg="add mod">
          <ac:chgData name="Raheem Abdur" userId="8a676866-1d58-4594-b91a-017db1e03f85" providerId="ADAL" clId="{8C517D93-3571-4A81-BC4B-E57B6ACDFD9C}" dt="2026-05-06T08:14:53.491" v="813" actId="1036"/>
          <ac:spMkLst>
            <pc:docMk/>
            <pc:sldMk cId="275370146" sldId="290"/>
            <ac:spMk id="6" creationId="{3C1ABAA0-86CA-CBDD-9CDA-8FEF994D9E57}"/>
          </ac:spMkLst>
        </pc:spChg>
        <pc:spChg chg="add mod ord">
          <ac:chgData name="Raheem Abdur" userId="8a676866-1d58-4594-b91a-017db1e03f85" providerId="ADAL" clId="{8C517D93-3571-4A81-BC4B-E57B6ACDFD9C}" dt="2026-05-06T08:14:53.491" v="813" actId="1036"/>
          <ac:spMkLst>
            <pc:docMk/>
            <pc:sldMk cId="275370146" sldId="290"/>
            <ac:spMk id="8" creationId="{163ABA24-1B23-0537-55BF-D74F0E9E6C98}"/>
          </ac:spMkLst>
        </pc:spChg>
        <pc:spChg chg="mod">
          <ac:chgData name="Raheem Abdur" userId="8a676866-1d58-4594-b91a-017db1e03f85" providerId="ADAL" clId="{8C517D93-3571-4A81-BC4B-E57B6ACDFD9C}" dt="2026-05-06T07:42:56.533" v="288" actId="14100"/>
          <ac:spMkLst>
            <pc:docMk/>
            <pc:sldMk cId="275370146" sldId="290"/>
            <ac:spMk id="9" creationId="{B1523629-DBE0-DEA8-4949-DF983D0F7302}"/>
          </ac:spMkLst>
        </pc:spChg>
        <pc:spChg chg="mod">
          <ac:chgData name="Raheem Abdur" userId="8a676866-1d58-4594-b91a-017db1e03f85" providerId="ADAL" clId="{8C517D93-3571-4A81-BC4B-E57B6ACDFD9C}" dt="2026-05-06T07:42:59.700" v="289" actId="14100"/>
          <ac:spMkLst>
            <pc:docMk/>
            <pc:sldMk cId="275370146" sldId="290"/>
            <ac:spMk id="10" creationId="{F32475E7-280C-8D07-15D9-443B92437452}"/>
          </ac:spMkLst>
        </pc:spChg>
        <pc:spChg chg="mod">
          <ac:chgData name="Raheem Abdur" userId="8a676866-1d58-4594-b91a-017db1e03f85" providerId="ADAL" clId="{8C517D93-3571-4A81-BC4B-E57B6ACDFD9C}" dt="2026-05-06T07:43:02.241" v="290" actId="14100"/>
          <ac:spMkLst>
            <pc:docMk/>
            <pc:sldMk cId="275370146" sldId="290"/>
            <ac:spMk id="11" creationId="{FCC37BAE-3666-571D-1F42-A529D2146C2B}"/>
          </ac:spMkLst>
        </pc:spChg>
        <pc:spChg chg="add mod">
          <ac:chgData name="Raheem Abdur" userId="8a676866-1d58-4594-b91a-017db1e03f85" providerId="ADAL" clId="{8C517D93-3571-4A81-BC4B-E57B6ACDFD9C}" dt="2026-05-06T08:15:20.654" v="822" actId="255"/>
          <ac:spMkLst>
            <pc:docMk/>
            <pc:sldMk cId="275370146" sldId="290"/>
            <ac:spMk id="15" creationId="{D5048CEC-7CC7-A761-C8B1-F4890B8F4581}"/>
          </ac:spMkLst>
        </pc:spChg>
        <pc:spChg chg="add del mod">
          <ac:chgData name="Raheem Abdur" userId="8a676866-1d58-4594-b91a-017db1e03f85" providerId="ADAL" clId="{8C517D93-3571-4A81-BC4B-E57B6ACDFD9C}" dt="2026-05-06T08:14:12.386" v="758" actId="478"/>
          <ac:spMkLst>
            <pc:docMk/>
            <pc:sldMk cId="275370146" sldId="290"/>
            <ac:spMk id="16" creationId="{1FA7D1B2-4C81-4E7E-50A9-F789275F8C7E}"/>
          </ac:spMkLst>
        </pc:spChg>
        <pc:spChg chg="add mod">
          <ac:chgData name="Raheem Abdur" userId="8a676866-1d58-4594-b91a-017db1e03f85" providerId="ADAL" clId="{8C517D93-3571-4A81-BC4B-E57B6ACDFD9C}" dt="2026-05-06T08:15:16.144" v="821" actId="255"/>
          <ac:spMkLst>
            <pc:docMk/>
            <pc:sldMk cId="275370146" sldId="290"/>
            <ac:spMk id="17" creationId="{F0FDDC14-EE59-CB1C-64BB-5D5634D4A9B6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18" creationId="{08CDB4A6-7BAC-2E8C-4E98-35EF618A29AA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20" creationId="{A98124A5-D612-5FDB-0B0B-B1C4EEF37583}"/>
          </ac:spMkLst>
        </pc:spChg>
        <pc:spChg chg="mod">
          <ac:chgData name="Raheem Abdur" userId="8a676866-1d58-4594-b91a-017db1e03f85" providerId="ADAL" clId="{8C517D93-3571-4A81-BC4B-E57B6ACDFD9C}" dt="2026-05-06T07:52:13.265" v="624" actId="20577"/>
          <ac:spMkLst>
            <pc:docMk/>
            <pc:sldMk cId="275370146" sldId="290"/>
            <ac:spMk id="21" creationId="{A4770A13-0F95-9370-07B4-BA0066093C96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28" creationId="{7F56CF00-CDFD-FB18-634B-E50E4BAE0924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31" creationId="{D064CF8B-2F53-4F6F-20B5-F58597EE280C}"/>
          </ac:spMkLst>
        </pc:spChg>
        <pc:spChg chg="mod">
          <ac:chgData name="Raheem Abdur" userId="8a676866-1d58-4594-b91a-017db1e03f85" providerId="ADAL" clId="{8C517D93-3571-4A81-BC4B-E57B6ACDFD9C}" dt="2026-04-28T09:50:38.058" v="278" actId="688"/>
          <ac:spMkLst>
            <pc:docMk/>
            <pc:sldMk cId="275370146" sldId="290"/>
            <ac:spMk id="33" creationId="{B0CE67D5-01B4-7DDC-71AE-F5AFBD63C748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35" creationId="{243CE2AF-67FF-0010-A917-8951FCAB3823}"/>
          </ac:spMkLst>
        </pc:spChg>
        <pc:spChg chg="mod">
          <ac:chgData name="Raheem Abdur" userId="8a676866-1d58-4594-b91a-017db1e03f85" providerId="ADAL" clId="{8C517D93-3571-4A81-BC4B-E57B6ACDFD9C}" dt="2026-05-06T08:17:13.704" v="858" actId="1076"/>
          <ac:spMkLst>
            <pc:docMk/>
            <pc:sldMk cId="275370146" sldId="290"/>
            <ac:spMk id="36" creationId="{9416FB6D-6A62-5500-97F9-43062283E54A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37" creationId="{8B29622B-71D0-5E3E-A8EE-C0195504DD69}"/>
          </ac:spMkLst>
        </pc:spChg>
        <pc:spChg chg="mod">
          <ac:chgData name="Raheem Abdur" userId="8a676866-1d58-4594-b91a-017db1e03f85" providerId="ADAL" clId="{8C517D93-3571-4A81-BC4B-E57B6ACDFD9C}" dt="2026-05-06T07:42:50.358" v="286" actId="1076"/>
          <ac:spMkLst>
            <pc:docMk/>
            <pc:sldMk cId="275370146" sldId="290"/>
            <ac:spMk id="39" creationId="{328B7766-E101-12F1-1B7F-034D70EBC6F7}"/>
          </ac:spMkLst>
        </pc:spChg>
        <pc:spChg chg="mod">
          <ac:chgData name="Raheem Abdur" userId="8a676866-1d58-4594-b91a-017db1e03f85" providerId="ADAL" clId="{8C517D93-3571-4A81-BC4B-E57B6ACDFD9C}" dt="2026-05-06T07:44:42.746" v="308" actId="20577"/>
          <ac:spMkLst>
            <pc:docMk/>
            <pc:sldMk cId="275370146" sldId="290"/>
            <ac:spMk id="59" creationId="{B7ABBA6A-EC69-81F4-127E-AF335CBB7B94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65" creationId="{B3E41072-998E-07BD-B3C7-F336270FD338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75" creationId="{A9A95D23-9DBC-61F8-A9EE-F373E2F85912}"/>
          </ac:spMkLst>
        </pc:spChg>
        <pc:spChg chg="mod">
          <ac:chgData name="Raheem Abdur" userId="8a676866-1d58-4594-b91a-017db1e03f85" providerId="ADAL" clId="{8C517D93-3571-4A81-BC4B-E57B6ACDFD9C}" dt="2026-05-06T07:52:06.348" v="622" actId="1035"/>
          <ac:spMkLst>
            <pc:docMk/>
            <pc:sldMk cId="275370146" sldId="290"/>
            <ac:spMk id="80" creationId="{F6AD974E-B54C-F00B-DC53-FFB4EE694EF6}"/>
          </ac:spMkLst>
        </pc:spChg>
        <pc:grpChg chg="add mod">
          <ac:chgData name="Raheem Abdur" userId="8a676866-1d58-4594-b91a-017db1e03f85" providerId="ADAL" clId="{8C517D93-3571-4A81-BC4B-E57B6ACDFD9C}" dt="2026-05-06T08:14:53.491" v="813" actId="1036"/>
          <ac:grpSpMkLst>
            <pc:docMk/>
            <pc:sldMk cId="275370146" sldId="290"/>
            <ac:grpSpMk id="12" creationId="{D5A478F1-AF0A-90F6-F8E2-9570B8F5F6BE}"/>
          </ac:grpSpMkLst>
        </pc:grpChg>
        <pc:grpChg chg="add mod">
          <ac:chgData name="Raheem Abdur" userId="8a676866-1d58-4594-b91a-017db1e03f85" providerId="ADAL" clId="{8C517D93-3571-4A81-BC4B-E57B6ACDFD9C}" dt="2026-05-06T08:14:53.491" v="813" actId="1036"/>
          <ac:grpSpMkLst>
            <pc:docMk/>
            <pc:sldMk cId="275370146" sldId="290"/>
            <ac:grpSpMk id="14" creationId="{0EE2FB4E-6BD8-7427-A0DA-0DF5AD98DC9B}"/>
          </ac:grpSpMkLst>
        </pc:grpChg>
        <pc:grpChg chg="mod">
          <ac:chgData name="Raheem Abdur" userId="8a676866-1d58-4594-b91a-017db1e03f85" providerId="ADAL" clId="{8C517D93-3571-4A81-BC4B-E57B6ACDFD9C}" dt="2026-05-06T07:52:06.348" v="622" actId="1035"/>
          <ac:grpSpMkLst>
            <pc:docMk/>
            <pc:sldMk cId="275370146" sldId="290"/>
            <ac:grpSpMk id="83" creationId="{8E17E06A-3008-3937-DAC4-84DE88F553C2}"/>
          </ac:grpSpMkLst>
        </pc:grpChg>
        <pc:grpChg chg="mod">
          <ac:chgData name="Raheem Abdur" userId="8a676866-1d58-4594-b91a-017db1e03f85" providerId="ADAL" clId="{8C517D93-3571-4A81-BC4B-E57B6ACDFD9C}" dt="2026-05-06T07:52:06.348" v="622" actId="1035"/>
          <ac:grpSpMkLst>
            <pc:docMk/>
            <pc:sldMk cId="275370146" sldId="290"/>
            <ac:grpSpMk id="84" creationId="{5C320F1E-BE14-984A-76B7-6D5737ED6032}"/>
          </ac:grpSpMkLst>
        </pc:grpChg>
        <pc:picChg chg="add del mod">
          <ac:chgData name="Raheem Abdur" userId="8a676866-1d58-4594-b91a-017db1e03f85" providerId="ADAL" clId="{8C517D93-3571-4A81-BC4B-E57B6ACDFD9C}" dt="2026-05-06T07:44:38.789" v="306" actId="478"/>
          <ac:picMkLst>
            <pc:docMk/>
            <pc:sldMk cId="275370146" sldId="290"/>
            <ac:picMk id="4" creationId="{8AAFDDF7-3CF7-C278-B4F5-067AD07BA614}"/>
          </ac:picMkLst>
        </pc:picChg>
        <pc:picChg chg="mod">
          <ac:chgData name="Raheem Abdur" userId="8a676866-1d58-4594-b91a-017db1e03f85" providerId="ADAL" clId="{8C517D93-3571-4A81-BC4B-E57B6ACDFD9C}" dt="2026-05-06T08:14:39.878" v="789" actId="1036"/>
          <ac:picMkLst>
            <pc:docMk/>
            <pc:sldMk cId="275370146" sldId="290"/>
            <ac:picMk id="5" creationId="{C618F817-A119-8B06-B713-5DACE8C9ED91}"/>
          </ac:picMkLst>
        </pc:picChg>
        <pc:picChg chg="add mod">
          <ac:chgData name="Raheem Abdur" userId="8a676866-1d58-4594-b91a-017db1e03f85" providerId="ADAL" clId="{8C517D93-3571-4A81-BC4B-E57B6ACDFD9C}" dt="2026-04-28T09:44:23.952" v="125" actId="1076"/>
          <ac:picMkLst>
            <pc:docMk/>
            <pc:sldMk cId="275370146" sldId="290"/>
            <ac:picMk id="7" creationId="{F5C22CEA-AFB6-E9D6-4371-8AD7F75739FE}"/>
          </ac:picMkLst>
        </pc:picChg>
        <pc:picChg chg="add mod">
          <ac:chgData name="Raheem Abdur" userId="8a676866-1d58-4594-b91a-017db1e03f85" providerId="ADAL" clId="{8C517D93-3571-4A81-BC4B-E57B6ACDFD9C}" dt="2026-05-06T07:43:04.742" v="291" actId="1076"/>
          <ac:picMkLst>
            <pc:docMk/>
            <pc:sldMk cId="275370146" sldId="290"/>
            <ac:picMk id="23" creationId="{EAEBBA67-C68F-0327-3AE1-3EB787B30B42}"/>
          </ac:picMkLst>
        </pc:picChg>
        <pc:picChg chg="mod">
          <ac:chgData name="Raheem Abdur" userId="8a676866-1d58-4594-b91a-017db1e03f85" providerId="ADAL" clId="{8C517D93-3571-4A81-BC4B-E57B6ACDFD9C}" dt="2026-05-06T07:52:06.348" v="622" actId="1035"/>
          <ac:picMkLst>
            <pc:docMk/>
            <pc:sldMk cId="275370146" sldId="290"/>
            <ac:picMk id="81" creationId="{3C9BEFF0-4523-7DB3-9E29-56B2C1C50B8E}"/>
          </ac:picMkLst>
        </pc:picChg>
        <pc:picChg chg="mod">
          <ac:chgData name="Raheem Abdur" userId="8a676866-1d58-4594-b91a-017db1e03f85" providerId="ADAL" clId="{8C517D93-3571-4A81-BC4B-E57B6ACDFD9C}" dt="2026-05-06T07:42:53.441" v="287" actId="1076"/>
          <ac:picMkLst>
            <pc:docMk/>
            <pc:sldMk cId="275370146" sldId="290"/>
            <ac:picMk id="86" creationId="{D8F78ED0-E4AA-AB09-F10D-40DBC4ACCD9F}"/>
          </ac:picMkLst>
        </pc:picChg>
        <pc:picChg chg="mod">
          <ac:chgData name="Raheem Abdur" userId="8a676866-1d58-4594-b91a-017db1e03f85" providerId="ADAL" clId="{8C517D93-3571-4A81-BC4B-E57B6ACDFD9C}" dt="2026-05-06T07:49:35.567" v="522" actId="1036"/>
          <ac:picMkLst>
            <pc:docMk/>
            <pc:sldMk cId="275370146" sldId="290"/>
            <ac:picMk id="145" creationId="{567E4850-6629-8EEF-9D3D-6DE572A8241E}"/>
          </ac:picMkLst>
        </pc:picChg>
        <pc:picChg chg="mod">
          <ac:chgData name="Raheem Abdur" userId="8a676866-1d58-4594-b91a-017db1e03f85" providerId="ADAL" clId="{8C517D93-3571-4A81-BC4B-E57B6ACDFD9C}" dt="2026-05-06T08:14:43.051" v="800" actId="1035"/>
          <ac:picMkLst>
            <pc:docMk/>
            <pc:sldMk cId="275370146" sldId="290"/>
            <ac:picMk id="147" creationId="{3D168C42-447F-B8AA-5403-29969F64999E}"/>
          </ac:picMkLst>
        </pc:picChg>
        <pc:picChg chg="add mod">
          <ac:chgData name="Raheem Abdur" userId="8a676866-1d58-4594-b91a-017db1e03f85" providerId="ADAL" clId="{8C517D93-3571-4A81-BC4B-E57B6ACDFD9C}" dt="2026-05-06T08:14:53.491" v="813" actId="1036"/>
          <ac:picMkLst>
            <pc:docMk/>
            <pc:sldMk cId="275370146" sldId="290"/>
            <ac:picMk id="1026" creationId="{4BCC1CB9-5835-B0EC-A32F-B24E2313E454}"/>
          </ac:picMkLst>
        </pc:picChg>
        <pc:picChg chg="add mod">
          <ac:chgData name="Raheem Abdur" userId="8a676866-1d58-4594-b91a-017db1e03f85" providerId="ADAL" clId="{8C517D93-3571-4A81-BC4B-E57B6ACDFD9C}" dt="2026-05-06T08:14:53.491" v="813" actId="1036"/>
          <ac:picMkLst>
            <pc:docMk/>
            <pc:sldMk cId="275370146" sldId="290"/>
            <ac:picMk id="1028" creationId="{AACAAC75-4988-3F81-64F6-3BC4FFEB819F}"/>
          </ac:picMkLst>
        </pc:picChg>
      </pc:sldChg>
      <pc:sldChg chg="addSp delSp modSp add del mod ord setBg">
        <pc:chgData name="Raheem Abdur" userId="8a676866-1d58-4594-b91a-017db1e03f85" providerId="ADAL" clId="{8C517D93-3571-4A81-BC4B-E57B6ACDFD9C}" dt="2026-05-06T08:21:55.350" v="1123" actId="1035"/>
        <pc:sldMkLst>
          <pc:docMk/>
          <pc:sldMk cId="0" sldId="292"/>
        </pc:sldMkLst>
        <pc:spChg chg="add mod">
          <ac:chgData name="Raheem Abdur" userId="8a676866-1d58-4594-b91a-017db1e03f85" providerId="ADAL" clId="{8C517D93-3571-4A81-BC4B-E57B6ACDFD9C}" dt="2026-05-06T08:20:18.401" v="997" actId="1035"/>
          <ac:spMkLst>
            <pc:docMk/>
            <pc:sldMk cId="0" sldId="292"/>
            <ac:spMk id="2" creationId="{76FC4C1B-FE32-5B4A-C721-D7B26B42AC0C}"/>
          </ac:spMkLst>
        </pc:spChg>
        <pc:spChg chg="mod">
          <ac:chgData name="Raheem Abdur" userId="8a676866-1d58-4594-b91a-017db1e03f85" providerId="ADAL" clId="{8C517D93-3571-4A81-BC4B-E57B6ACDFD9C}" dt="2026-05-06T08:20:18.401" v="997" actId="1035"/>
          <ac:spMkLst>
            <pc:docMk/>
            <pc:sldMk cId="0" sldId="292"/>
            <ac:spMk id="3" creationId="{00000000-0000-0000-0000-000000000000}"/>
          </ac:spMkLst>
        </pc:spChg>
        <pc:spChg chg="del mod">
          <ac:chgData name="Raheem Abdur" userId="8a676866-1d58-4594-b91a-017db1e03f85" providerId="ADAL" clId="{8C517D93-3571-4A81-BC4B-E57B6ACDFD9C}" dt="2026-05-06T08:18:43.518" v="887" actId="478"/>
          <ac:spMkLst>
            <pc:docMk/>
            <pc:sldMk cId="0" sldId="292"/>
            <ac:spMk id="4" creationId="{00000000-0000-0000-0000-000000000000}"/>
          </ac:spMkLst>
        </pc:spChg>
        <pc:spChg chg="mod">
          <ac:chgData name="Raheem Abdur" userId="8a676866-1d58-4594-b91a-017db1e03f85" providerId="ADAL" clId="{8C517D93-3571-4A81-BC4B-E57B6ACDFD9C}" dt="2026-05-06T08:20:28.509" v="1031" actId="1035"/>
          <ac:spMkLst>
            <pc:docMk/>
            <pc:sldMk cId="0" sldId="292"/>
            <ac:spMk id="5" creationId="{00000000-0000-0000-0000-000000000000}"/>
          </ac:spMkLst>
        </pc:spChg>
        <pc:spChg chg="add mod">
          <ac:chgData name="Raheem Abdur" userId="8a676866-1d58-4594-b91a-017db1e03f85" providerId="ADAL" clId="{8C517D93-3571-4A81-BC4B-E57B6ACDFD9C}" dt="2026-05-06T08:21:51.128" v="1112" actId="1035"/>
          <ac:spMkLst>
            <pc:docMk/>
            <pc:sldMk cId="0" sldId="292"/>
            <ac:spMk id="12" creationId="{532D7A10-B096-D8D5-E35F-3FDFE7CB21DD}"/>
          </ac:spMkLst>
        </pc:spChg>
        <pc:spChg chg="add mod">
          <ac:chgData name="Raheem Abdur" userId="8a676866-1d58-4594-b91a-017db1e03f85" providerId="ADAL" clId="{8C517D93-3571-4A81-BC4B-E57B6ACDFD9C}" dt="2026-05-06T08:21:51.128" v="1112" actId="1035"/>
          <ac:spMkLst>
            <pc:docMk/>
            <pc:sldMk cId="0" sldId="292"/>
            <ac:spMk id="13" creationId="{A3DA1628-BFCE-5F9A-28BE-3246690D0329}"/>
          </ac:spMkLst>
        </pc:spChg>
        <pc:spChg chg="add mod">
          <ac:chgData name="Raheem Abdur" userId="8a676866-1d58-4594-b91a-017db1e03f85" providerId="ADAL" clId="{8C517D93-3571-4A81-BC4B-E57B6ACDFD9C}" dt="2026-05-06T08:21:51.128" v="1112" actId="1035"/>
          <ac:spMkLst>
            <pc:docMk/>
            <pc:sldMk cId="0" sldId="292"/>
            <ac:spMk id="14" creationId="{EECB3500-EA29-70F8-2CAC-0F77D3EF51A1}"/>
          </ac:spMkLst>
        </pc:spChg>
        <pc:spChg chg="add mod">
          <ac:chgData name="Raheem Abdur" userId="8a676866-1d58-4594-b91a-017db1e03f85" providerId="ADAL" clId="{8C517D93-3571-4A81-BC4B-E57B6ACDFD9C}" dt="2026-05-06T08:21:51.128" v="1112" actId="1035"/>
          <ac:spMkLst>
            <pc:docMk/>
            <pc:sldMk cId="0" sldId="292"/>
            <ac:spMk id="15" creationId="{51E3C4E2-9A77-8798-F922-67DD35BC9CCB}"/>
          </ac:spMkLst>
        </pc:spChg>
        <pc:spChg chg="add mod">
          <ac:chgData name="Raheem Abdur" userId="8a676866-1d58-4594-b91a-017db1e03f85" providerId="ADAL" clId="{8C517D93-3571-4A81-BC4B-E57B6ACDFD9C}" dt="2026-05-06T08:21:51.128" v="1112" actId="1035"/>
          <ac:spMkLst>
            <pc:docMk/>
            <pc:sldMk cId="0" sldId="292"/>
            <ac:spMk id="16" creationId="{96F94822-2F80-E227-C4D3-E6333A7EC227}"/>
          </ac:spMkLst>
        </pc:spChg>
        <pc:spChg chg="add mod">
          <ac:chgData name="Raheem Abdur" userId="8a676866-1d58-4594-b91a-017db1e03f85" providerId="ADAL" clId="{8C517D93-3571-4A81-BC4B-E57B6ACDFD9C}" dt="2026-05-06T08:21:51.128" v="1112" actId="1035"/>
          <ac:spMkLst>
            <pc:docMk/>
            <pc:sldMk cId="0" sldId="292"/>
            <ac:spMk id="17" creationId="{6174A78D-B753-719B-2806-604BED6E6377}"/>
          </ac:spMkLst>
        </pc:spChg>
        <pc:spChg chg="add mod">
          <ac:chgData name="Raheem Abdur" userId="8a676866-1d58-4594-b91a-017db1e03f85" providerId="ADAL" clId="{8C517D93-3571-4A81-BC4B-E57B6ACDFD9C}" dt="2026-05-06T08:21:55.350" v="1123" actId="1035"/>
          <ac:spMkLst>
            <pc:docMk/>
            <pc:sldMk cId="0" sldId="292"/>
            <ac:spMk id="18" creationId="{E754183C-3B0F-9D81-58BC-733E6836DAE3}"/>
          </ac:spMkLst>
        </pc:spChg>
        <pc:spChg chg="add mod">
          <ac:chgData name="Raheem Abdur" userId="8a676866-1d58-4594-b91a-017db1e03f85" providerId="ADAL" clId="{8C517D93-3571-4A81-BC4B-E57B6ACDFD9C}" dt="2026-05-06T08:21:55.350" v="1123" actId="1035"/>
          <ac:spMkLst>
            <pc:docMk/>
            <pc:sldMk cId="0" sldId="292"/>
            <ac:spMk id="19" creationId="{E7AF4B67-8CBF-FCA7-3936-4BF105786FBF}"/>
          </ac:spMkLst>
        </pc:spChg>
      </pc:sldChg>
      <pc:sldChg chg="del ord">
        <pc:chgData name="Raheem Abdur" userId="8a676866-1d58-4594-b91a-017db1e03f85" providerId="ADAL" clId="{8C517D93-3571-4A81-BC4B-E57B6ACDFD9C}" dt="2026-05-06T07:54:21.969" v="645" actId="47"/>
        <pc:sldMkLst>
          <pc:docMk/>
          <pc:sldMk cId="1409078814" sldId="293"/>
        </pc:sldMkLst>
      </pc:sldChg>
      <pc:sldChg chg="del ord">
        <pc:chgData name="Raheem Abdur" userId="8a676866-1d58-4594-b91a-017db1e03f85" providerId="ADAL" clId="{8C517D93-3571-4A81-BC4B-E57B6ACDFD9C}" dt="2026-05-06T07:55:53.193" v="675" actId="47"/>
        <pc:sldMkLst>
          <pc:docMk/>
          <pc:sldMk cId="1740241399" sldId="294"/>
        </pc:sldMkLst>
      </pc:sldChg>
      <pc:sldChg chg="del ord">
        <pc:chgData name="Raheem Abdur" userId="8a676866-1d58-4594-b91a-017db1e03f85" providerId="ADAL" clId="{8C517D93-3571-4A81-BC4B-E57B6ACDFD9C}" dt="2026-05-06T07:56:15.238" v="681" actId="47"/>
        <pc:sldMkLst>
          <pc:docMk/>
          <pc:sldMk cId="1357347582" sldId="295"/>
        </pc:sldMkLst>
      </pc:sldChg>
      <pc:sldChg chg="addSp delSp modSp add mod">
        <pc:chgData name="Raheem Abdur" userId="8a676866-1d58-4594-b91a-017db1e03f85" providerId="ADAL" clId="{8C517D93-3571-4A81-BC4B-E57B6ACDFD9C}" dt="2026-05-06T08:16:43.918" v="831" actId="108"/>
        <pc:sldMkLst>
          <pc:docMk/>
          <pc:sldMk cId="2871519966" sldId="296"/>
        </pc:sldMkLst>
        <pc:spChg chg="del">
          <ac:chgData name="Raheem Abdur" userId="8a676866-1d58-4594-b91a-017db1e03f85" providerId="ADAL" clId="{8C517D93-3571-4A81-BC4B-E57B6ACDFD9C}" dt="2026-05-06T07:55:47.003" v="673" actId="478"/>
          <ac:spMkLst>
            <pc:docMk/>
            <pc:sldMk cId="2871519966" sldId="296"/>
            <ac:spMk id="2" creationId="{18EA7CC3-615E-FD49-B99C-FEAC8019438F}"/>
          </ac:spMkLst>
        </pc:spChg>
        <pc:spChg chg="add mod">
          <ac:chgData name="Raheem Abdur" userId="8a676866-1d58-4594-b91a-017db1e03f85" providerId="ADAL" clId="{8C517D93-3571-4A81-BC4B-E57B6ACDFD9C}" dt="2026-05-06T08:16:43.918" v="831" actId="108"/>
          <ac:spMkLst>
            <pc:docMk/>
            <pc:sldMk cId="2871519966" sldId="296"/>
            <ac:spMk id="3" creationId="{5FB6B8D4-DAC1-39AF-F9E7-F607AC853DBD}"/>
          </ac:spMkLst>
        </pc:spChg>
        <pc:spChg chg="add mod">
          <ac:chgData name="Raheem Abdur" userId="8a676866-1d58-4594-b91a-017db1e03f85" providerId="ADAL" clId="{8C517D93-3571-4A81-BC4B-E57B6ACDFD9C}" dt="2026-05-06T07:55:47.222" v="674"/>
          <ac:spMkLst>
            <pc:docMk/>
            <pc:sldMk cId="2871519966" sldId="296"/>
            <ac:spMk id="4" creationId="{FB2450C1-4282-4E89-CEC4-B47C1AE7B126}"/>
          </ac:spMkLst>
        </pc:spChg>
        <pc:spChg chg="del">
          <ac:chgData name="Raheem Abdur" userId="8a676866-1d58-4594-b91a-017db1e03f85" providerId="ADAL" clId="{8C517D93-3571-4A81-BC4B-E57B6ACDFD9C}" dt="2026-05-06T07:55:45.009" v="672" actId="478"/>
          <ac:spMkLst>
            <pc:docMk/>
            <pc:sldMk cId="2871519966" sldId="296"/>
            <ac:spMk id="31" creationId="{FE4C7DE9-DB77-0791-E446-1153581E8A4D}"/>
          </ac:spMkLst>
        </pc:spChg>
      </pc:sldChg>
      <pc:sldChg chg="add del">
        <pc:chgData name="Raheem Abdur" userId="8a676866-1d58-4594-b91a-017db1e03f85" providerId="ADAL" clId="{8C517D93-3571-4A81-BC4B-E57B6ACDFD9C}" dt="2026-05-06T07:53:23.042" v="629" actId="2890"/>
        <pc:sldMkLst>
          <pc:docMk/>
          <pc:sldMk cId="3245441251" sldId="296"/>
        </pc:sldMkLst>
      </pc:sldChg>
      <pc:sldChg chg="addSp delSp modSp add mod">
        <pc:chgData name="Raheem Abdur" userId="8a676866-1d58-4594-b91a-017db1e03f85" providerId="ADAL" clId="{8C517D93-3571-4A81-BC4B-E57B6ACDFD9C}" dt="2026-05-06T08:16:50.038" v="833" actId="14100"/>
        <pc:sldMkLst>
          <pc:docMk/>
          <pc:sldMk cId="3019733248" sldId="297"/>
        </pc:sldMkLst>
        <pc:spChg chg="add mod">
          <ac:chgData name="Raheem Abdur" userId="8a676866-1d58-4594-b91a-017db1e03f85" providerId="ADAL" clId="{8C517D93-3571-4A81-BC4B-E57B6ACDFD9C}" dt="2026-05-06T08:16:50.038" v="833" actId="14100"/>
          <ac:spMkLst>
            <pc:docMk/>
            <pc:sldMk cId="3019733248" sldId="297"/>
            <ac:spMk id="2" creationId="{124090E1-B9B7-3799-40EF-6B12424B3C83}"/>
          </ac:spMkLst>
        </pc:spChg>
        <pc:spChg chg="del">
          <ac:chgData name="Raheem Abdur" userId="8a676866-1d58-4594-b91a-017db1e03f85" providerId="ADAL" clId="{8C517D93-3571-4A81-BC4B-E57B6ACDFD9C}" dt="2026-05-06T07:56:03.954" v="677" actId="478"/>
          <ac:spMkLst>
            <pc:docMk/>
            <pc:sldMk cId="3019733248" sldId="297"/>
            <ac:spMk id="3" creationId="{20AA64BE-9141-DEA3-E46E-B6F159676D59}"/>
          </ac:spMkLst>
        </pc:spChg>
        <pc:spChg chg="del">
          <ac:chgData name="Raheem Abdur" userId="8a676866-1d58-4594-b91a-017db1e03f85" providerId="ADAL" clId="{8C517D93-3571-4A81-BC4B-E57B6ACDFD9C}" dt="2026-05-06T07:56:05.646" v="678" actId="478"/>
          <ac:spMkLst>
            <pc:docMk/>
            <pc:sldMk cId="3019733248" sldId="297"/>
            <ac:spMk id="4" creationId="{C9AC5AA0-A126-AEFE-E392-5BC52B579391}"/>
          </ac:spMkLst>
        </pc:spChg>
        <pc:spChg chg="add mod">
          <ac:chgData name="Raheem Abdur" userId="8a676866-1d58-4594-b91a-017db1e03f85" providerId="ADAL" clId="{8C517D93-3571-4A81-BC4B-E57B6ACDFD9C}" dt="2026-05-06T07:56:09.200" v="680" actId="1076"/>
          <ac:spMkLst>
            <pc:docMk/>
            <pc:sldMk cId="3019733248" sldId="297"/>
            <ac:spMk id="5" creationId="{1C51BE29-23E0-5CD0-2925-8ECDBA961E4F}"/>
          </ac:spMkLst>
        </pc:spChg>
      </pc:sldChg>
      <pc:sldChg chg="delSp modSp add mod ord">
        <pc:chgData name="Raheem Abdur" userId="8a676866-1d58-4594-b91a-017db1e03f85" providerId="ADAL" clId="{8C517D93-3571-4A81-BC4B-E57B6ACDFD9C}" dt="2026-05-06T08:21:05.809" v="1062" actId="20577"/>
        <pc:sldMkLst>
          <pc:docMk/>
          <pc:sldMk cId="2673253749" sldId="298"/>
        </pc:sldMkLst>
        <pc:spChg chg="mod">
          <ac:chgData name="Raheem Abdur" userId="8a676866-1d58-4594-b91a-017db1e03f85" providerId="ADAL" clId="{8C517D93-3571-4A81-BC4B-E57B6ACDFD9C}" dt="2026-05-06T08:21:05.809" v="1062" actId="20577"/>
          <ac:spMkLst>
            <pc:docMk/>
            <pc:sldMk cId="2673253749" sldId="298"/>
            <ac:spMk id="3" creationId="{E2224D73-B64B-BF80-12AE-5BD9DB8866D1}"/>
          </ac:spMkLst>
        </pc:spChg>
        <pc:spChg chg="mod">
          <ac:chgData name="Raheem Abdur" userId="8a676866-1d58-4594-b91a-017db1e03f85" providerId="ADAL" clId="{8C517D93-3571-4A81-BC4B-E57B6ACDFD9C}" dt="2026-05-06T07:56:33.193" v="700" actId="20577"/>
          <ac:spMkLst>
            <pc:docMk/>
            <pc:sldMk cId="2673253749" sldId="298"/>
            <ac:spMk id="4" creationId="{55EB2011-8018-C259-1453-C0D5CAB7AC15}"/>
          </ac:spMkLst>
        </pc:spChg>
        <pc:spChg chg="del">
          <ac:chgData name="Raheem Abdur" userId="8a676866-1d58-4594-b91a-017db1e03f85" providerId="ADAL" clId="{8C517D93-3571-4A81-BC4B-E57B6ACDFD9C}" dt="2026-05-06T07:56:36.974" v="701" actId="478"/>
          <ac:spMkLst>
            <pc:docMk/>
            <pc:sldMk cId="2673253749" sldId="298"/>
            <ac:spMk id="5" creationId="{AFBEEDB3-6B37-5232-7C07-7639822CF6FA}"/>
          </ac:spMkLst>
        </pc:spChg>
      </pc:sldChg>
      <pc:sldChg chg="delSp modSp add mod ord">
        <pc:chgData name="Raheem Abdur" userId="8a676866-1d58-4594-b91a-017db1e03f85" providerId="ADAL" clId="{8C517D93-3571-4A81-BC4B-E57B6ACDFD9C}" dt="2026-05-06T08:21:34.708" v="1096" actId="478"/>
        <pc:sldMkLst>
          <pc:docMk/>
          <pc:sldMk cId="2603805186" sldId="299"/>
        </pc:sldMkLst>
        <pc:spChg chg="mod">
          <ac:chgData name="Raheem Abdur" userId="8a676866-1d58-4594-b91a-017db1e03f85" providerId="ADAL" clId="{8C517D93-3571-4A81-BC4B-E57B6ACDFD9C}" dt="2026-05-06T08:21:32.476" v="1095" actId="20577"/>
          <ac:spMkLst>
            <pc:docMk/>
            <pc:sldMk cId="2603805186" sldId="299"/>
            <ac:spMk id="4" creationId="{141E9CD0-5486-8095-510F-4CA5E43947E4}"/>
          </ac:spMkLst>
        </pc:spChg>
        <pc:spChg chg="del">
          <ac:chgData name="Raheem Abdur" userId="8a676866-1d58-4594-b91a-017db1e03f85" providerId="ADAL" clId="{8C517D93-3571-4A81-BC4B-E57B6ACDFD9C}" dt="2026-05-06T08:21:34.708" v="1096" actId="478"/>
          <ac:spMkLst>
            <pc:docMk/>
            <pc:sldMk cId="2603805186" sldId="299"/>
            <ac:spMk id="5" creationId="{84C98467-6158-EC5E-07ED-46C3446CFAB8}"/>
          </ac:spMkLst>
        </pc:spChg>
      </pc:sldChg>
      <pc:sldChg chg="modSp add mod">
        <pc:chgData name="Raheem Abdur" userId="8a676866-1d58-4594-b91a-017db1e03f85" providerId="ADAL" clId="{8C517D93-3571-4A81-BC4B-E57B6ACDFD9C}" dt="2026-05-06T08:20:58.161" v="1058" actId="20577"/>
        <pc:sldMkLst>
          <pc:docMk/>
          <pc:sldMk cId="1333752279" sldId="300"/>
        </pc:sldMkLst>
        <pc:spChg chg="mod">
          <ac:chgData name="Raheem Abdur" userId="8a676866-1d58-4594-b91a-017db1e03f85" providerId="ADAL" clId="{8C517D93-3571-4A81-BC4B-E57B6ACDFD9C}" dt="2026-05-06T08:20:58.161" v="1058" actId="20577"/>
          <ac:spMkLst>
            <pc:docMk/>
            <pc:sldMk cId="1333752279" sldId="300"/>
            <ac:spMk id="3" creationId="{5E71C463-46E7-7C8A-6367-CEC00B1CDA26}"/>
          </ac:spMkLst>
        </pc:spChg>
      </pc:sldChg>
      <pc:sldChg chg="modSp add mod ord">
        <pc:chgData name="Raheem Abdur" userId="8a676866-1d58-4594-b91a-017db1e03f85" providerId="ADAL" clId="{8C517D93-3571-4A81-BC4B-E57B6ACDFD9C}" dt="2026-05-06T08:21:17.102" v="1071" actId="20577"/>
        <pc:sldMkLst>
          <pc:docMk/>
          <pc:sldMk cId="3321523227" sldId="301"/>
        </pc:sldMkLst>
        <pc:spChg chg="mod">
          <ac:chgData name="Raheem Abdur" userId="8a676866-1d58-4594-b91a-017db1e03f85" providerId="ADAL" clId="{8C517D93-3571-4A81-BC4B-E57B6ACDFD9C}" dt="2026-05-06T08:21:17.102" v="1071" actId="20577"/>
          <ac:spMkLst>
            <pc:docMk/>
            <pc:sldMk cId="3321523227" sldId="301"/>
            <ac:spMk id="3" creationId="{3856DF2A-70E6-B8A7-579D-74ED7B2D3C62}"/>
          </ac:spMkLst>
        </pc:spChg>
        <pc:spChg chg="mod">
          <ac:chgData name="Raheem Abdur" userId="8a676866-1d58-4594-b91a-017db1e03f85" providerId="ADAL" clId="{8C517D93-3571-4A81-BC4B-E57B6ACDFD9C}" dt="2026-05-06T08:21:15.199" v="1069" actId="20577"/>
          <ac:spMkLst>
            <pc:docMk/>
            <pc:sldMk cId="3321523227" sldId="301"/>
            <ac:spMk id="4" creationId="{BE26749E-B2D1-D847-A04D-38B029CCAE40}"/>
          </ac:spMkLst>
        </pc:spChg>
      </pc:sldChg>
      <pc:sldMasterChg chg="modSldLayout">
        <pc:chgData name="Raheem Abdur" userId="8a676866-1d58-4594-b91a-017db1e03f85" providerId="ADAL" clId="{8C517D93-3571-4A81-BC4B-E57B6ACDFD9C}" dt="2026-05-06T07:52:54.801" v="627" actId="478"/>
        <pc:sldMasterMkLst>
          <pc:docMk/>
          <pc:sldMasterMk cId="3050600896" sldId="2147483692"/>
        </pc:sldMasterMkLst>
        <pc:sldLayoutChg chg="delSp mod">
          <pc:chgData name="Raheem Abdur" userId="8a676866-1d58-4594-b91a-017db1e03f85" providerId="ADAL" clId="{8C517D93-3571-4A81-BC4B-E57B6ACDFD9C}" dt="2026-05-06T07:52:54.801" v="627" actId="478"/>
          <pc:sldLayoutMkLst>
            <pc:docMk/>
            <pc:sldMasterMk cId="3050600896" sldId="2147483692"/>
            <pc:sldLayoutMk cId="2631528627" sldId="2147483700"/>
          </pc:sldLayoutMkLst>
          <pc:picChg chg="del">
            <ac:chgData name="Raheem Abdur" userId="8a676866-1d58-4594-b91a-017db1e03f85" providerId="ADAL" clId="{8C517D93-3571-4A81-BC4B-E57B6ACDFD9C}" dt="2026-05-06T07:52:54.801" v="627" actId="478"/>
            <ac:picMkLst>
              <pc:docMk/>
              <pc:sldMasterMk cId="3050600896" sldId="2147483692"/>
              <pc:sldLayoutMk cId="2631528627" sldId="2147483700"/>
              <ac:picMk id="5" creationId="{229781C3-0962-F9C2-D3B4-74566AA301AD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DF0C7D-1A24-7656-E3D0-4A887A85F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2971" cy="34075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58444-9D57-AA28-6033-63D06EBDF9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5258" y="1"/>
            <a:ext cx="4302971" cy="34075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2B9E3B77-D9CC-4933-AE9F-071B20E25D9A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13CDC-DA0A-6BAA-176C-3AAAF182FD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6458508"/>
            <a:ext cx="4302971" cy="34075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95129-0C7F-A228-C772-75E994300A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5258" y="6458508"/>
            <a:ext cx="4302971" cy="34075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DC2119F0-826C-4D80-BAB5-13FB8F2D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84568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2" userDrawn="1">
          <p15:clr>
            <a:srgbClr val="F26B43"/>
          </p15:clr>
        </p15:guide>
        <p15:guide id="2" pos="312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6"/>
            <a:ext cx="4302918" cy="341144"/>
          </a:xfrm>
          <a:prstGeom prst="rect">
            <a:avLst/>
          </a:prstGeom>
        </p:spPr>
        <p:txBody>
          <a:bodyPr vert="horz" lIns="96903" tIns="48452" rIns="96903" bIns="48452" rtlCol="0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4603" y="6"/>
            <a:ext cx="4302918" cy="341144"/>
          </a:xfrm>
          <a:prstGeom prst="rect">
            <a:avLst/>
          </a:prstGeom>
        </p:spPr>
        <p:txBody>
          <a:bodyPr vert="horz" lIns="96903" tIns="48452" rIns="96903" bIns="48452" rtlCol="0"/>
          <a:lstStyle>
            <a:lvl1pPr algn="l">
              <a:defRPr sz="1200"/>
            </a:lvl1pPr>
          </a:lstStyle>
          <a:p>
            <a:fld id="{1F238769-3EAA-4ACC-86AC-B78B062A20ED}" type="datetimeFigureOut">
              <a:rPr lang="ar-AE" smtClean="0"/>
              <a:t>20/11/1447</a:t>
            </a:fld>
            <a:endParaRPr lang="ar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903" tIns="48452" rIns="96903" bIns="48452" rtlCol="0" anchor="ctr"/>
          <a:lstStyle/>
          <a:p>
            <a:endParaRPr lang="ar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982" y="3272148"/>
            <a:ext cx="7943850" cy="2677211"/>
          </a:xfrm>
          <a:prstGeom prst="rect">
            <a:avLst/>
          </a:prstGeom>
        </p:spPr>
        <p:txBody>
          <a:bodyPr vert="horz" lIns="96903" tIns="48452" rIns="96903" bIns="4845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6458123"/>
            <a:ext cx="4302918" cy="341143"/>
          </a:xfrm>
          <a:prstGeom prst="rect">
            <a:avLst/>
          </a:prstGeom>
        </p:spPr>
        <p:txBody>
          <a:bodyPr vert="horz" lIns="96903" tIns="48452" rIns="96903" bIns="48452" rtlCol="0" anchor="b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4603" y="6458123"/>
            <a:ext cx="4302918" cy="341143"/>
          </a:xfrm>
          <a:prstGeom prst="rect">
            <a:avLst/>
          </a:prstGeom>
        </p:spPr>
        <p:txBody>
          <a:bodyPr vert="horz" lIns="96903" tIns="48452" rIns="96903" bIns="48452" rtlCol="0" anchor="b"/>
          <a:lstStyle>
            <a:lvl1pPr algn="l">
              <a:defRPr sz="1200"/>
            </a:lvl1pPr>
          </a:lstStyle>
          <a:p>
            <a:fld id="{494C8CBA-266F-4876-AD4F-DEF3C4BDB7F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49655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 defTabSz="974657">
              <a:defRPr/>
            </a:pPr>
            <a:fld id="{0A238BC4-FED7-A44D-B975-551B6DB9CF5A}" type="slidenum">
              <a:rPr lang="fr-FR">
                <a:solidFill>
                  <a:prstClr val="black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rPr>
              <a:pPr algn="r" defTabSz="974657">
                <a:defRPr/>
              </a:pPr>
              <a:t>1</a:t>
            </a:fld>
            <a:endParaRPr lang="fr-FR">
              <a:solidFill>
                <a:prstClr val="black"/>
              </a:solidFill>
              <a:latin typeface="Avenir Next LT Pro Light" panose="020B0304020202020204" pitchFamily="34" charset="0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91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381B8-02A5-B600-29E2-EC2F7E3C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DE510-EA39-22BA-2CAD-230A3F364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A67B2-2086-25F9-831B-C7648E238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509E-D08A-F1F9-532D-404935FDF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8A426B-79B0-42A2-B72E-4FCC1662C1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119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4316-437D-D76B-FDF1-54B456FA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BC6FE-613B-3074-884E-1BF1FFF53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6BC20-9218-7AC1-08DE-09D3120B8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88D1D-4844-9A99-26A3-A9A496629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7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24B56-806A-188E-95B0-256F8AA1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DBAB2-5CC6-323F-292C-F4421F1CC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B2203-0E6B-292C-B490-AB276BDC6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242B5-CED7-22AD-1A6F-4C030EE1B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5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A83A-5136-F576-9F0A-F5D4E84B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A5EEF-53D9-C6F0-23E8-9C89E2F8E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EF1BB-9E55-AED8-1D26-45BA29256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975E-6A39-37F7-ACE4-0CAB985D5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7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1A46-230B-79F3-1A09-8F26BE5B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4B8F7-31D2-568E-FC34-7829A7E15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8A144-AB01-93FD-8971-55585BE57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D9B63-96A4-07F9-CAA5-E2077168C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1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C0B5-E543-F0E6-A739-559E3CD1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C2634-20AE-3E3C-5831-D1DE53FA7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F5DEA-85C5-8147-526C-7FC106541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EF114-3AD3-0AAE-CE81-E80D1DE39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2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4" Type="http://schemas.openxmlformats.org/officeDocument/2006/relationships/image" Target="../media/image1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Relationship Id="rId4" Type="http://schemas.openxmlformats.org/officeDocument/2006/relationships/image" Target="../media/image1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4" Type="http://schemas.openxmlformats.org/officeDocument/2006/relationships/image" Target="../media/image1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Relationship Id="rId4" Type="http://schemas.openxmlformats.org/officeDocument/2006/relationships/image" Target="../media/image1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3.xml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0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1.xml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2.xml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3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6.xml"/><Relationship Id="rId4" Type="http://schemas.openxmlformats.org/officeDocument/2006/relationships/image" Target="../media/image1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0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4" Type="http://schemas.openxmlformats.org/officeDocument/2006/relationships/image" Target="../media/image1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4" Type="http://schemas.openxmlformats.org/officeDocument/2006/relationships/image" Target="../media/image1.emf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7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8.xml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9.xml"/><Relationship Id="rId4" Type="http://schemas.openxmlformats.org/officeDocument/2006/relationships/image" Target="../media/image1.emf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4" Type="http://schemas.openxmlformats.org/officeDocument/2006/relationships/image" Target="../media/image1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4" Type="http://schemas.openxmlformats.org/officeDocument/2006/relationships/image" Target="../media/image1.emf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4" Type="http://schemas.openxmlformats.org/officeDocument/2006/relationships/image" Target="../media/image1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4" Type="http://schemas.openxmlformats.org/officeDocument/2006/relationships/image" Target="../media/image1.emf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4" Type="http://schemas.openxmlformats.org/officeDocument/2006/relationships/image" Target="../media/image1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4" Type="http://schemas.openxmlformats.org/officeDocument/2006/relationships/image" Target="../media/image1.emf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4" Type="http://schemas.openxmlformats.org/officeDocument/2006/relationships/image" Target="../media/image1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4" Type="http://schemas.openxmlformats.org/officeDocument/2006/relationships/image" Target="../media/image1.emf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4" Type="http://schemas.openxmlformats.org/officeDocument/2006/relationships/image" Target="../media/image1.emf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4" Type="http://schemas.openxmlformats.org/officeDocument/2006/relationships/image" Target="../media/image1.emf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9.xml"/><Relationship Id="rId4" Type="http://schemas.openxmlformats.org/officeDocument/2006/relationships/image" Target="../media/image1.emf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0.xml"/><Relationship Id="rId4" Type="http://schemas.openxmlformats.org/officeDocument/2006/relationships/image" Target="../media/image1.emf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4.xml"/><Relationship Id="rId4" Type="http://schemas.openxmlformats.org/officeDocument/2006/relationships/image" Target="../media/image1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5.xml"/><Relationship Id="rId4" Type="http://schemas.openxmlformats.org/officeDocument/2006/relationships/image" Target="../media/image1.emf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9.xml"/><Relationship Id="rId4" Type="http://schemas.openxmlformats.org/officeDocument/2006/relationships/image" Target="../media/image1.emf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0.xml"/><Relationship Id="rId4" Type="http://schemas.openxmlformats.org/officeDocument/2006/relationships/image" Target="../media/image1.emf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1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3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7.xml"/><Relationship Id="rId4" Type="http://schemas.openxmlformats.org/officeDocument/2006/relationships/image" Target="../media/image1.emf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8.xml"/><Relationship Id="rId4" Type="http://schemas.openxmlformats.org/officeDocument/2006/relationships/image" Target="../media/image1.emf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9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1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7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bfusc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54740" y="6501672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err="1"/>
              <a:t>Bpxona</a:t>
            </a:r>
            <a:r>
              <a:rPr lang="en-US" sz="800"/>
              <a:t> …</a:t>
            </a:r>
          </a:p>
        </p:txBody>
      </p: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079CB140-BAC8-4306-9218-DB71A2E467D4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54739" y="640931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TopLine">
            <a:extLst>
              <a:ext uri="{FF2B5EF4-FFF2-40B4-BE49-F238E27FC236}">
                <a16:creationId xmlns:a16="http://schemas.microsoft.com/office/drawing/2014/main" id="{A1F98388-DE29-4ACA-AABF-E5173B62D5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554739" y="1120362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77C507D7-520D-4E9C-82D2-A7769F317D40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554736" y="1122543"/>
            <a:ext cx="1108252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Enter slide sub-title here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0C14DA-2C86-4711-B72B-248BD5871AA3}"/>
              </a:ext>
            </a:extLst>
          </p:cNvPr>
          <p:cNvCxnSpPr/>
          <p:nvPr userDrawn="1"/>
        </p:nvCxnSpPr>
        <p:spPr>
          <a:xfrm>
            <a:off x="10157650" y="5725471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3A6BA9-1B3A-4662-B3F6-0E82DD5DF06F}"/>
              </a:ext>
            </a:extLst>
          </p:cNvPr>
          <p:cNvCxnSpPr/>
          <p:nvPr userDrawn="1"/>
        </p:nvCxnSpPr>
        <p:spPr>
          <a:xfrm>
            <a:off x="251650" y="-535633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22">
            <a:extLst>
              <a:ext uri="{FF2B5EF4-FFF2-40B4-BE49-F238E27FC236}">
                <a16:creationId xmlns:a16="http://schemas.microsoft.com/office/drawing/2014/main" id="{2E069D0B-24FB-41CE-A6D7-2294B7E31521}"/>
              </a:ext>
            </a:extLst>
          </p:cNvPr>
          <p:cNvSpPr>
            <a:spLocks/>
          </p:cNvSpPr>
          <p:nvPr userDrawn="1"/>
        </p:nvSpPr>
        <p:spPr>
          <a:xfrm flipH="1">
            <a:off x="11012470" y="2260602"/>
            <a:ext cx="1171293" cy="2336800"/>
          </a:xfrm>
          <a:custGeom>
            <a:avLst/>
            <a:gdLst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7903028 w 7903028"/>
              <a:gd name="connsiteY2" fmla="*/ 3951514 h 7903028"/>
              <a:gd name="connsiteX3" fmla="*/ 3951514 w 7903028"/>
              <a:gd name="connsiteY3" fmla="*/ 7903028 h 7903028"/>
              <a:gd name="connsiteX4" fmla="*/ 0 w 7903028"/>
              <a:gd name="connsiteY4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3951514 w 7903028"/>
              <a:gd name="connsiteY4" fmla="*/ 7903028 h 7903028"/>
              <a:gd name="connsiteX5" fmla="*/ 0 w 7903028"/>
              <a:gd name="connsiteY5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3951514 w 7903028"/>
              <a:gd name="connsiteY5" fmla="*/ 7903028 h 7903028"/>
              <a:gd name="connsiteX6" fmla="*/ 0 w 7903028"/>
              <a:gd name="connsiteY6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4475060 w 7903028"/>
              <a:gd name="connsiteY5" fmla="*/ 7380514 h 7903028"/>
              <a:gd name="connsiteX6" fmla="*/ 3951514 w 7903028"/>
              <a:gd name="connsiteY6" fmla="*/ 7903028 h 7903028"/>
              <a:gd name="connsiteX7" fmla="*/ 0 w 7903028"/>
              <a:gd name="connsiteY7" fmla="*/ 3951514 h 7903028"/>
              <a:gd name="connsiteX0" fmla="*/ 3951514 w 7903028"/>
              <a:gd name="connsiteY0" fmla="*/ 7903028 h 7994468"/>
              <a:gd name="connsiteX1" fmla="*/ 0 w 7903028"/>
              <a:gd name="connsiteY1" fmla="*/ 3951514 h 7994468"/>
              <a:gd name="connsiteX2" fmla="*/ 3951514 w 7903028"/>
              <a:gd name="connsiteY2" fmla="*/ 0 h 7994468"/>
              <a:gd name="connsiteX3" fmla="*/ 4465535 w 7903028"/>
              <a:gd name="connsiteY3" fmla="*/ 522514 h 7994468"/>
              <a:gd name="connsiteX4" fmla="*/ 7903028 w 7903028"/>
              <a:gd name="connsiteY4" fmla="*/ 3951514 h 7994468"/>
              <a:gd name="connsiteX5" fmla="*/ 4475060 w 7903028"/>
              <a:gd name="connsiteY5" fmla="*/ 7380514 h 7994468"/>
              <a:gd name="connsiteX6" fmla="*/ 4475060 w 7903028"/>
              <a:gd name="connsiteY6" fmla="*/ 7380514 h 7994468"/>
              <a:gd name="connsiteX7" fmla="*/ 4042954 w 7903028"/>
              <a:gd name="connsiteY7" fmla="*/ 7994468 h 7994468"/>
              <a:gd name="connsiteX0" fmla="*/ 3951514 w 7903028"/>
              <a:gd name="connsiteY0" fmla="*/ 7903028 h 7903028"/>
              <a:gd name="connsiteX1" fmla="*/ 0 w 7903028"/>
              <a:gd name="connsiteY1" fmla="*/ 3951514 h 7903028"/>
              <a:gd name="connsiteX2" fmla="*/ 3951514 w 7903028"/>
              <a:gd name="connsiteY2" fmla="*/ 0 h 7903028"/>
              <a:gd name="connsiteX3" fmla="*/ 4465535 w 7903028"/>
              <a:gd name="connsiteY3" fmla="*/ 522514 h 7903028"/>
              <a:gd name="connsiteX4" fmla="*/ 7903028 w 7903028"/>
              <a:gd name="connsiteY4" fmla="*/ 3951514 h 7903028"/>
              <a:gd name="connsiteX5" fmla="*/ 4475060 w 7903028"/>
              <a:gd name="connsiteY5" fmla="*/ 7380514 h 7903028"/>
              <a:gd name="connsiteX6" fmla="*/ 4475060 w 7903028"/>
              <a:gd name="connsiteY6" fmla="*/ 7380514 h 7903028"/>
              <a:gd name="connsiteX0" fmla="*/ 0 w 3951514"/>
              <a:gd name="connsiteY0" fmla="*/ 7903028 h 7903028"/>
              <a:gd name="connsiteX1" fmla="*/ 0 w 3951514"/>
              <a:gd name="connsiteY1" fmla="*/ 0 h 7903028"/>
              <a:gd name="connsiteX2" fmla="*/ 514021 w 3951514"/>
              <a:gd name="connsiteY2" fmla="*/ 522514 h 7903028"/>
              <a:gd name="connsiteX3" fmla="*/ 3951514 w 3951514"/>
              <a:gd name="connsiteY3" fmla="*/ 3951514 h 7903028"/>
              <a:gd name="connsiteX4" fmla="*/ 523546 w 3951514"/>
              <a:gd name="connsiteY4" fmla="*/ 7380514 h 7903028"/>
              <a:gd name="connsiteX5" fmla="*/ 523546 w 3951514"/>
              <a:gd name="connsiteY5" fmla="*/ 7380514 h 7903028"/>
              <a:gd name="connsiteX0" fmla="*/ 0 w 3951514"/>
              <a:gd name="connsiteY0" fmla="*/ 7380514 h 7380514"/>
              <a:gd name="connsiteX1" fmla="*/ 514021 w 3951514"/>
              <a:gd name="connsiteY1" fmla="*/ 0 h 7380514"/>
              <a:gd name="connsiteX2" fmla="*/ 3951514 w 3951514"/>
              <a:gd name="connsiteY2" fmla="*/ 3429000 h 7380514"/>
              <a:gd name="connsiteX3" fmla="*/ 523546 w 3951514"/>
              <a:gd name="connsiteY3" fmla="*/ 6858000 h 7380514"/>
              <a:gd name="connsiteX4" fmla="*/ 523546 w 3951514"/>
              <a:gd name="connsiteY4" fmla="*/ 6858000 h 7380514"/>
              <a:gd name="connsiteX0" fmla="*/ 0 w 3437493"/>
              <a:gd name="connsiteY0" fmla="*/ 0 h 6858000"/>
              <a:gd name="connsiteX1" fmla="*/ 3437493 w 3437493"/>
              <a:gd name="connsiteY1" fmla="*/ 3429000 h 6858000"/>
              <a:gd name="connsiteX2" fmla="*/ 9525 w 3437493"/>
              <a:gd name="connsiteY2" fmla="*/ 6858000 h 6858000"/>
              <a:gd name="connsiteX3" fmla="*/ 9525 w 34374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7493" h="6858000">
                <a:moveTo>
                  <a:pt x="0" y="0"/>
                </a:moveTo>
                <a:lnTo>
                  <a:pt x="3437493" y="3429000"/>
                </a:lnTo>
                <a:lnTo>
                  <a:pt x="9525" y="6858000"/>
                </a:lnTo>
                <a:lnTo>
                  <a:pt x="9525" y="685800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4B26D50-A9D2-471D-8CB0-B094D0EB5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32" y="400809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dirty="0"/>
            </a:lvl1pPr>
          </a:lstStyle>
          <a:p>
            <a:pPr marL="0" lvl="0"/>
            <a:r>
              <a:rPr lang="en-US"/>
              <a:t>Enter slide title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B611D1-B714-4385-A77B-863F9266B15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54731" y="6501386"/>
            <a:ext cx="6967731" cy="110800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US"/>
              <a:t>Enter source here</a:t>
            </a:r>
          </a:p>
        </p:txBody>
      </p:sp>
    </p:spTree>
    <p:extLst>
      <p:ext uri="{BB962C8B-B14F-4D97-AF65-F5344CB8AC3E}">
        <p14:creationId xmlns:p14="http://schemas.microsoft.com/office/powerpoint/2010/main" val="134692969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En">
  <p:cSld name="Content - En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10"/>
          <p:cNvSpPr txBox="1"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1" name="Google Shape;2451;p10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79495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713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0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013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>
            <a:spLocks/>
          </p:cNvSpPr>
          <p:nvPr userDrawn="1"/>
        </p:nvSpPr>
        <p:spPr bwMode="gray">
          <a:xfrm>
            <a:off x="0" y="1524001"/>
            <a:ext cx="3179676" cy="5333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>
            <a:spLocks/>
          </p:cNvSpPr>
          <p:nvPr userDrawn="1"/>
        </p:nvSpPr>
        <p:spPr bwMode="gray"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1" y="381000"/>
            <a:ext cx="80010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EC71-4DD6-4DF6-BCAF-2E2E1CED7F8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71475" y="6226175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Avenir Next LT Pro Regular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>
              <a:solidFill>
                <a:schemeClr val="tx1">
                  <a:lumMod val="100000"/>
                </a:schemeClr>
              </a:solidFill>
              <a:latin typeface="Avenir Next LT Pro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81C3-0962-F9C2-D3B4-74566AA301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62000" y="6384543"/>
            <a:ext cx="765175" cy="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22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O 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55C5B1-D799-56B2-BD6F-D0015683AC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5C5B1-D799-56B2-BD6F-D0015683A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0E4EF9-341E-65E9-8A90-EB64A30C15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6CCF386B-6C98-6438-1921-6BC66FF14CED}"/>
              </a:ext>
            </a:extLst>
          </p:cNvPr>
          <p:cNvSpPr/>
          <p:nvPr userDrawn="1"/>
        </p:nvSpPr>
        <p:spPr>
          <a:xfrm>
            <a:off x="8473089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64789D-8061-834F-65DD-79CFBEC413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3170" y="2161822"/>
            <a:ext cx="3323077" cy="25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620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876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9994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112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6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013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>
            <a:spLocks/>
          </p:cNvSpPr>
          <p:nvPr userDrawn="1"/>
        </p:nvSpPr>
        <p:spPr bwMode="gray">
          <a:xfrm>
            <a:off x="0" y="1524001"/>
            <a:ext cx="3179676" cy="5333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>
            <a:spLocks/>
          </p:cNvSpPr>
          <p:nvPr userDrawn="1"/>
        </p:nvSpPr>
        <p:spPr bwMode="gray"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1" y="381000"/>
            <a:ext cx="80010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EC71-4DD6-4DF6-BCAF-2E2E1CED7F8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71475" y="6226175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Avenir Next LT Pro Regular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>
              <a:solidFill>
                <a:schemeClr val="tx1">
                  <a:lumMod val="100000"/>
                </a:schemeClr>
              </a:solidFill>
              <a:latin typeface="Avenir Next LT Pr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3152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158260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bfusc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54740" y="6501672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Bpxona …</a:t>
            </a:r>
          </a:p>
        </p:txBody>
      </p: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079CB140-BAC8-4306-9218-DB71A2E467D4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54739" y="640931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TopLine">
            <a:extLst>
              <a:ext uri="{FF2B5EF4-FFF2-40B4-BE49-F238E27FC236}">
                <a16:creationId xmlns:a16="http://schemas.microsoft.com/office/drawing/2014/main" id="{A1F98388-DE29-4ACA-AABF-E5173B62D5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554739" y="1120362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77C507D7-520D-4E9C-82D2-A7769F317D40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554736" y="1122543"/>
            <a:ext cx="1108252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Enter slide sub-title here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0C14DA-2C86-4711-B72B-248BD5871AA3}"/>
              </a:ext>
            </a:extLst>
          </p:cNvPr>
          <p:cNvCxnSpPr/>
          <p:nvPr userDrawn="1"/>
        </p:nvCxnSpPr>
        <p:spPr>
          <a:xfrm>
            <a:off x="10157650" y="5725471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3A6BA9-1B3A-4662-B3F6-0E82DD5DF06F}"/>
              </a:ext>
            </a:extLst>
          </p:cNvPr>
          <p:cNvCxnSpPr/>
          <p:nvPr userDrawn="1"/>
        </p:nvCxnSpPr>
        <p:spPr>
          <a:xfrm>
            <a:off x="251650" y="-535633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22">
            <a:extLst>
              <a:ext uri="{FF2B5EF4-FFF2-40B4-BE49-F238E27FC236}">
                <a16:creationId xmlns:a16="http://schemas.microsoft.com/office/drawing/2014/main" id="{2E069D0B-24FB-41CE-A6D7-2294B7E31521}"/>
              </a:ext>
            </a:extLst>
          </p:cNvPr>
          <p:cNvSpPr>
            <a:spLocks/>
          </p:cNvSpPr>
          <p:nvPr userDrawn="1"/>
        </p:nvSpPr>
        <p:spPr>
          <a:xfrm flipH="1">
            <a:off x="11012470" y="2260602"/>
            <a:ext cx="1171293" cy="2336800"/>
          </a:xfrm>
          <a:custGeom>
            <a:avLst/>
            <a:gdLst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7903028 w 7903028"/>
              <a:gd name="connsiteY2" fmla="*/ 3951514 h 7903028"/>
              <a:gd name="connsiteX3" fmla="*/ 3951514 w 7903028"/>
              <a:gd name="connsiteY3" fmla="*/ 7903028 h 7903028"/>
              <a:gd name="connsiteX4" fmla="*/ 0 w 7903028"/>
              <a:gd name="connsiteY4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3951514 w 7903028"/>
              <a:gd name="connsiteY4" fmla="*/ 7903028 h 7903028"/>
              <a:gd name="connsiteX5" fmla="*/ 0 w 7903028"/>
              <a:gd name="connsiteY5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3951514 w 7903028"/>
              <a:gd name="connsiteY5" fmla="*/ 7903028 h 7903028"/>
              <a:gd name="connsiteX6" fmla="*/ 0 w 7903028"/>
              <a:gd name="connsiteY6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4475060 w 7903028"/>
              <a:gd name="connsiteY5" fmla="*/ 7380514 h 7903028"/>
              <a:gd name="connsiteX6" fmla="*/ 3951514 w 7903028"/>
              <a:gd name="connsiteY6" fmla="*/ 7903028 h 7903028"/>
              <a:gd name="connsiteX7" fmla="*/ 0 w 7903028"/>
              <a:gd name="connsiteY7" fmla="*/ 3951514 h 7903028"/>
              <a:gd name="connsiteX0" fmla="*/ 3951514 w 7903028"/>
              <a:gd name="connsiteY0" fmla="*/ 7903028 h 7994468"/>
              <a:gd name="connsiteX1" fmla="*/ 0 w 7903028"/>
              <a:gd name="connsiteY1" fmla="*/ 3951514 h 7994468"/>
              <a:gd name="connsiteX2" fmla="*/ 3951514 w 7903028"/>
              <a:gd name="connsiteY2" fmla="*/ 0 h 7994468"/>
              <a:gd name="connsiteX3" fmla="*/ 4465535 w 7903028"/>
              <a:gd name="connsiteY3" fmla="*/ 522514 h 7994468"/>
              <a:gd name="connsiteX4" fmla="*/ 7903028 w 7903028"/>
              <a:gd name="connsiteY4" fmla="*/ 3951514 h 7994468"/>
              <a:gd name="connsiteX5" fmla="*/ 4475060 w 7903028"/>
              <a:gd name="connsiteY5" fmla="*/ 7380514 h 7994468"/>
              <a:gd name="connsiteX6" fmla="*/ 4475060 w 7903028"/>
              <a:gd name="connsiteY6" fmla="*/ 7380514 h 7994468"/>
              <a:gd name="connsiteX7" fmla="*/ 4042954 w 7903028"/>
              <a:gd name="connsiteY7" fmla="*/ 7994468 h 7994468"/>
              <a:gd name="connsiteX0" fmla="*/ 3951514 w 7903028"/>
              <a:gd name="connsiteY0" fmla="*/ 7903028 h 7903028"/>
              <a:gd name="connsiteX1" fmla="*/ 0 w 7903028"/>
              <a:gd name="connsiteY1" fmla="*/ 3951514 h 7903028"/>
              <a:gd name="connsiteX2" fmla="*/ 3951514 w 7903028"/>
              <a:gd name="connsiteY2" fmla="*/ 0 h 7903028"/>
              <a:gd name="connsiteX3" fmla="*/ 4465535 w 7903028"/>
              <a:gd name="connsiteY3" fmla="*/ 522514 h 7903028"/>
              <a:gd name="connsiteX4" fmla="*/ 7903028 w 7903028"/>
              <a:gd name="connsiteY4" fmla="*/ 3951514 h 7903028"/>
              <a:gd name="connsiteX5" fmla="*/ 4475060 w 7903028"/>
              <a:gd name="connsiteY5" fmla="*/ 7380514 h 7903028"/>
              <a:gd name="connsiteX6" fmla="*/ 4475060 w 7903028"/>
              <a:gd name="connsiteY6" fmla="*/ 7380514 h 7903028"/>
              <a:gd name="connsiteX0" fmla="*/ 0 w 3951514"/>
              <a:gd name="connsiteY0" fmla="*/ 7903028 h 7903028"/>
              <a:gd name="connsiteX1" fmla="*/ 0 w 3951514"/>
              <a:gd name="connsiteY1" fmla="*/ 0 h 7903028"/>
              <a:gd name="connsiteX2" fmla="*/ 514021 w 3951514"/>
              <a:gd name="connsiteY2" fmla="*/ 522514 h 7903028"/>
              <a:gd name="connsiteX3" fmla="*/ 3951514 w 3951514"/>
              <a:gd name="connsiteY3" fmla="*/ 3951514 h 7903028"/>
              <a:gd name="connsiteX4" fmla="*/ 523546 w 3951514"/>
              <a:gd name="connsiteY4" fmla="*/ 7380514 h 7903028"/>
              <a:gd name="connsiteX5" fmla="*/ 523546 w 3951514"/>
              <a:gd name="connsiteY5" fmla="*/ 7380514 h 7903028"/>
              <a:gd name="connsiteX0" fmla="*/ 0 w 3951514"/>
              <a:gd name="connsiteY0" fmla="*/ 7380514 h 7380514"/>
              <a:gd name="connsiteX1" fmla="*/ 514021 w 3951514"/>
              <a:gd name="connsiteY1" fmla="*/ 0 h 7380514"/>
              <a:gd name="connsiteX2" fmla="*/ 3951514 w 3951514"/>
              <a:gd name="connsiteY2" fmla="*/ 3429000 h 7380514"/>
              <a:gd name="connsiteX3" fmla="*/ 523546 w 3951514"/>
              <a:gd name="connsiteY3" fmla="*/ 6858000 h 7380514"/>
              <a:gd name="connsiteX4" fmla="*/ 523546 w 3951514"/>
              <a:gd name="connsiteY4" fmla="*/ 6858000 h 7380514"/>
              <a:gd name="connsiteX0" fmla="*/ 0 w 3437493"/>
              <a:gd name="connsiteY0" fmla="*/ 0 h 6858000"/>
              <a:gd name="connsiteX1" fmla="*/ 3437493 w 3437493"/>
              <a:gd name="connsiteY1" fmla="*/ 3429000 h 6858000"/>
              <a:gd name="connsiteX2" fmla="*/ 9525 w 3437493"/>
              <a:gd name="connsiteY2" fmla="*/ 6858000 h 6858000"/>
              <a:gd name="connsiteX3" fmla="*/ 9525 w 34374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7493" h="6858000">
                <a:moveTo>
                  <a:pt x="0" y="0"/>
                </a:moveTo>
                <a:lnTo>
                  <a:pt x="3437493" y="3429000"/>
                </a:lnTo>
                <a:lnTo>
                  <a:pt x="9525" y="6858000"/>
                </a:lnTo>
                <a:lnTo>
                  <a:pt x="9525" y="685800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4B26D50-A9D2-471D-8CB0-B094D0EB5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32" y="400809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dirty="0"/>
            </a:lvl1pPr>
          </a:lstStyle>
          <a:p>
            <a:pPr marL="0" lvl="0"/>
            <a:r>
              <a:rPr lang="en-US"/>
              <a:t>Enter slide title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B611D1-B714-4385-A77B-863F9266B15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54731" y="6501386"/>
            <a:ext cx="6967731" cy="110800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US"/>
              <a:t>Enter source here</a:t>
            </a:r>
          </a:p>
        </p:txBody>
      </p:sp>
    </p:spTree>
    <p:extLst>
      <p:ext uri="{BB962C8B-B14F-4D97-AF65-F5344CB8AC3E}">
        <p14:creationId xmlns:p14="http://schemas.microsoft.com/office/powerpoint/2010/main" val="134692969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O 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55C5B1-D799-56B2-BD6F-D0015683AC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5C5B1-D799-56B2-BD6F-D0015683A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0E4EF9-341E-65E9-8A90-EB64A30C15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6CCF386B-6C98-6438-1921-6BC66FF14CED}"/>
              </a:ext>
            </a:extLst>
          </p:cNvPr>
          <p:cNvSpPr/>
          <p:nvPr userDrawn="1"/>
        </p:nvSpPr>
        <p:spPr>
          <a:xfrm>
            <a:off x="8473089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64789D-8061-834F-65DD-79CFBEC413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3170" y="2161822"/>
            <a:ext cx="3323077" cy="25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15422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6748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 rIns="0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 rtl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4846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0558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rIns="0" anchor="t">
            <a:normAutofit/>
          </a:bodyPr>
          <a:lstStyle>
            <a:lvl1pPr rtl="0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BC9F98A5-8D60-4693-A0CF-7BBB01C2973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 rtl="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 rtl="0">
              <a:buFontTx/>
              <a:buChar char="–"/>
              <a:defRPr sz="2000">
                <a:latin typeface="+mn-lt"/>
              </a:defRPr>
            </a:lvl2pPr>
            <a:lvl3pPr marL="1143000" indent="-228600" rtl="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5281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2370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rIns="0" anchor="t">
            <a:normAutofit/>
          </a:bodyPr>
          <a:lstStyle>
            <a:lvl1pPr rtl="0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 rtl="0">
              <a:buFont typeface="Wingdings" panose="05000000000000000000" pitchFamily="2" charset="2"/>
              <a:buChar char="§"/>
              <a:defRPr sz="2000"/>
            </a:lvl1pPr>
            <a:lvl2pPr marL="685800" indent="-228600" rtl="0">
              <a:buFont typeface="Wingdings" panose="05000000000000000000" pitchFamily="2" charset="2"/>
              <a:buChar char="§"/>
              <a:defRPr sz="1800"/>
            </a:lvl2pPr>
            <a:lvl3pPr marL="1143000" indent="-228600" rtl="0">
              <a:buFont typeface="Wingdings" panose="05000000000000000000" pitchFamily="2" charset="2"/>
              <a:buChar char="§"/>
              <a:defRPr sz="1600"/>
            </a:lvl3pPr>
            <a:lvl4pPr marL="1600200" indent="-228600" rtl="0">
              <a:buFont typeface="Wingdings" panose="05000000000000000000" pitchFamily="2" charset="2"/>
              <a:buChar char="§"/>
              <a:defRPr sz="1400"/>
            </a:lvl4pPr>
            <a:lvl5pPr marL="2057400" indent="-228600" rtl="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48717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2864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rIns="0" anchor="t">
            <a:normAutofit/>
          </a:bodyPr>
          <a:lstStyle>
            <a:lvl1pPr marL="514350" indent="-514350" rtl="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7882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A12A21-D3D6-416A-FA77-28D27C153F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4475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A12A21-D3D6-416A-FA77-28D27C153F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BC9F98A5-8D60-4693-A0CF-7BBB01C2973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7936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953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311128"/>
          </a:xfrm>
        </p:spPr>
        <p:txBody>
          <a:bodyPr vert="horz" wrap="square" rIns="0">
            <a:spAutoFit/>
          </a:bodyPr>
          <a:lstStyle>
            <a:lvl1pPr rtl="0"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US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O 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55C5B1-D799-56B2-BD6F-D0015683AC7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137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5C5B1-D799-56B2-BD6F-D0015683A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0E4EF9-341E-65E9-8A90-EB64A30C15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6CCF386B-6C98-6438-1921-6BC66FF14CED}"/>
              </a:ext>
            </a:extLst>
          </p:cNvPr>
          <p:cNvSpPr/>
          <p:nvPr userDrawn="1"/>
        </p:nvSpPr>
        <p:spPr>
          <a:xfrm>
            <a:off x="8473089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64789D-8061-834F-65DD-79CFBEC413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3170" y="2161822"/>
            <a:ext cx="3323077" cy="25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6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3486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>
            <a:spLocks/>
          </p:cNvSpPr>
          <p:nvPr userDrawn="1"/>
        </p:nvSpPr>
        <p:spPr bwMode="gray">
          <a:xfrm>
            <a:off x="0" y="1524001"/>
            <a:ext cx="3179676" cy="5333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>
            <a:spLocks/>
          </p:cNvSpPr>
          <p:nvPr userDrawn="1"/>
        </p:nvSpPr>
        <p:spPr bwMode="gray"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1" y="381000"/>
            <a:ext cx="8001000" cy="830997"/>
          </a:xfrm>
        </p:spPr>
        <p:txBody>
          <a:bodyPr vert="horz" wrap="square" lIns="0" tIns="0" rIns="0" bIns="0" anchorCtr="0">
            <a:noAutofit/>
          </a:bodyPr>
          <a:lstStyle>
            <a:lvl1pPr rtl="0"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EC71-4DD6-4DF6-BCAF-2E2E1CED7F8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71475" y="6226175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 rtl="0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Avenir Next LT Pro Regular"/>
              </a:rPr>
              <a:pPr algn="l" rtl="0">
                <a:lnSpc>
                  <a:spcPct val="90000"/>
                </a:lnSpc>
              </a:pPr>
              <a:t>‹#›</a:t>
            </a:fld>
            <a:endParaRPr lang="en-US" sz="1000" b="0">
              <a:solidFill>
                <a:schemeClr val="tx1">
                  <a:lumMod val="100000"/>
                </a:schemeClr>
              </a:solidFill>
              <a:latin typeface="Avenir Next LT Pro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81C3-0962-F9C2-D3B4-74566AA301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62000" y="6384543"/>
            <a:ext cx="765175" cy="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3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image" Target="../media/image2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05.xml"/><Relationship Id="rId42" Type="http://schemas.openxmlformats.org/officeDocument/2006/relationships/slideLayout" Target="../slideLayouts/slideLayout126.xml"/><Relationship Id="rId47" Type="http://schemas.openxmlformats.org/officeDocument/2006/relationships/slideLayout" Target="../slideLayouts/slideLayout131.xml"/><Relationship Id="rId63" Type="http://schemas.openxmlformats.org/officeDocument/2006/relationships/slideLayout" Target="../slideLayouts/slideLayout147.xml"/><Relationship Id="rId68" Type="http://schemas.openxmlformats.org/officeDocument/2006/relationships/slideLayout" Target="../slideLayouts/slideLayout152.xml"/><Relationship Id="rId1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16.xml"/><Relationship Id="rId37" Type="http://schemas.openxmlformats.org/officeDocument/2006/relationships/slideLayout" Target="../slideLayouts/slideLayout121.xml"/><Relationship Id="rId40" Type="http://schemas.openxmlformats.org/officeDocument/2006/relationships/slideLayout" Target="../slideLayouts/slideLayout124.xml"/><Relationship Id="rId45" Type="http://schemas.openxmlformats.org/officeDocument/2006/relationships/slideLayout" Target="../slideLayouts/slideLayout129.xml"/><Relationship Id="rId53" Type="http://schemas.openxmlformats.org/officeDocument/2006/relationships/slideLayout" Target="../slideLayouts/slideLayout137.xml"/><Relationship Id="rId58" Type="http://schemas.openxmlformats.org/officeDocument/2006/relationships/slideLayout" Target="../slideLayouts/slideLayout142.xml"/><Relationship Id="rId66" Type="http://schemas.openxmlformats.org/officeDocument/2006/relationships/slideLayout" Target="../slideLayouts/slideLayout150.xml"/><Relationship Id="rId74" Type="http://schemas.openxmlformats.org/officeDocument/2006/relationships/theme" Target="../theme/theme2.xml"/><Relationship Id="rId5" Type="http://schemas.openxmlformats.org/officeDocument/2006/relationships/slideLayout" Target="../slideLayouts/slideLayout89.xml"/><Relationship Id="rId61" Type="http://schemas.openxmlformats.org/officeDocument/2006/relationships/slideLayout" Target="../slideLayouts/slideLayout145.xml"/><Relationship Id="rId1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35" Type="http://schemas.openxmlformats.org/officeDocument/2006/relationships/slideLayout" Target="../slideLayouts/slideLayout119.xml"/><Relationship Id="rId43" Type="http://schemas.openxmlformats.org/officeDocument/2006/relationships/slideLayout" Target="../slideLayouts/slideLayout127.xml"/><Relationship Id="rId48" Type="http://schemas.openxmlformats.org/officeDocument/2006/relationships/slideLayout" Target="../slideLayouts/slideLayout132.xml"/><Relationship Id="rId56" Type="http://schemas.openxmlformats.org/officeDocument/2006/relationships/slideLayout" Target="../slideLayouts/slideLayout140.xml"/><Relationship Id="rId64" Type="http://schemas.openxmlformats.org/officeDocument/2006/relationships/slideLayout" Target="../slideLayouts/slideLayout148.xml"/><Relationship Id="rId69" Type="http://schemas.openxmlformats.org/officeDocument/2006/relationships/slideLayout" Target="../slideLayouts/slideLayout153.xml"/><Relationship Id="rId77" Type="http://schemas.openxmlformats.org/officeDocument/2006/relationships/image" Target="../media/image1.emf"/><Relationship Id="rId8" Type="http://schemas.openxmlformats.org/officeDocument/2006/relationships/slideLayout" Target="../slideLayouts/slideLayout92.xml"/><Relationship Id="rId51" Type="http://schemas.openxmlformats.org/officeDocument/2006/relationships/slideLayout" Target="../slideLayouts/slideLayout135.xml"/><Relationship Id="rId72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7.xml"/><Relationship Id="rId38" Type="http://schemas.openxmlformats.org/officeDocument/2006/relationships/slideLayout" Target="../slideLayouts/slideLayout122.xml"/><Relationship Id="rId46" Type="http://schemas.openxmlformats.org/officeDocument/2006/relationships/slideLayout" Target="../slideLayouts/slideLayout130.xml"/><Relationship Id="rId59" Type="http://schemas.openxmlformats.org/officeDocument/2006/relationships/slideLayout" Target="../slideLayouts/slideLayout143.xml"/><Relationship Id="rId67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25.xml"/><Relationship Id="rId54" Type="http://schemas.openxmlformats.org/officeDocument/2006/relationships/slideLayout" Target="../slideLayouts/slideLayout138.xml"/><Relationship Id="rId62" Type="http://schemas.openxmlformats.org/officeDocument/2006/relationships/slideLayout" Target="../slideLayouts/slideLayout146.xml"/><Relationship Id="rId70" Type="http://schemas.openxmlformats.org/officeDocument/2006/relationships/slideLayout" Target="../slideLayouts/slideLayout154.xml"/><Relationship Id="rId75" Type="http://schemas.openxmlformats.org/officeDocument/2006/relationships/tags" Target="../tags/tag88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20.xml"/><Relationship Id="rId49" Type="http://schemas.openxmlformats.org/officeDocument/2006/relationships/slideLayout" Target="../slideLayouts/slideLayout133.xml"/><Relationship Id="rId57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15.xml"/><Relationship Id="rId44" Type="http://schemas.openxmlformats.org/officeDocument/2006/relationships/slideLayout" Target="../slideLayouts/slideLayout128.xml"/><Relationship Id="rId52" Type="http://schemas.openxmlformats.org/officeDocument/2006/relationships/slideLayout" Target="../slideLayouts/slideLayout136.xml"/><Relationship Id="rId60" Type="http://schemas.openxmlformats.org/officeDocument/2006/relationships/slideLayout" Target="../slideLayouts/slideLayout144.xml"/><Relationship Id="rId65" Type="http://schemas.openxmlformats.org/officeDocument/2006/relationships/slideLayout" Target="../slideLayouts/slideLayout149.xml"/><Relationship Id="rId73" Type="http://schemas.openxmlformats.org/officeDocument/2006/relationships/slideLayout" Target="../slideLayouts/slideLayout157.xml"/><Relationship Id="rId78" Type="http://schemas.openxmlformats.org/officeDocument/2006/relationships/image" Target="../media/image2.svg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39" Type="http://schemas.openxmlformats.org/officeDocument/2006/relationships/slideLayout" Target="../slideLayouts/slideLayout123.xml"/><Relationship Id="rId34" Type="http://schemas.openxmlformats.org/officeDocument/2006/relationships/slideLayout" Target="../slideLayouts/slideLayout118.xml"/><Relationship Id="rId50" Type="http://schemas.openxmlformats.org/officeDocument/2006/relationships/slideLayout" Target="../slideLayouts/slideLayout134.xml"/><Relationship Id="rId55" Type="http://schemas.openxmlformats.org/officeDocument/2006/relationships/slideLayout" Target="../slideLayouts/slideLayout139.xml"/><Relationship Id="rId76" Type="http://schemas.openxmlformats.org/officeDocument/2006/relationships/oleObject" Target="../embeddings/oleObject1.bin"/><Relationship Id="rId7" Type="http://schemas.openxmlformats.org/officeDocument/2006/relationships/slideLayout" Target="../slideLayouts/slideLayout91.xml"/><Relationship Id="rId71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1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oleObject" Target="../embeddings/oleObject9.bin"/><Relationship Id="rId5" Type="http://schemas.openxmlformats.org/officeDocument/2006/relationships/slideLayout" Target="../slideLayouts/slideLayout162.xml"/><Relationship Id="rId10" Type="http://schemas.openxmlformats.org/officeDocument/2006/relationships/tags" Target="../tags/tag154.xml"/><Relationship Id="rId4" Type="http://schemas.openxmlformats.org/officeDocument/2006/relationships/slideLayout" Target="../slideLayouts/slideLayout161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B6D23-6501-9EFC-2771-075043D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049000" cy="1143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69AF4C0-B935-339F-E77E-E16192E944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484" imgH="486" progId="TCLayout.ActiveDocument.1">
                  <p:embed/>
                </p:oleObj>
              </mc:Choice>
              <mc:Fallback>
                <p:oleObj name="think-cell Slide" r:id="rId87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AF4C0-B935-339F-E77E-E16192E94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A198-FF6B-C11F-D0FD-AE8B2B79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05000"/>
            <a:ext cx="1142999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093BF-22A5-BCE8-A5CC-4F7C28FA8A66}"/>
              </a:ext>
            </a:extLst>
          </p:cNvPr>
          <p:cNvSpPr txBox="1"/>
          <p:nvPr userDrawn="1"/>
        </p:nvSpPr>
        <p:spPr>
          <a:xfrm>
            <a:off x="381000" y="6574280"/>
            <a:ext cx="1811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055C4-468A-48E7-A43B-52A7F0793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1" name="Forme libre 7">
            <a:extLst>
              <a:ext uri="{FF2B5EF4-FFF2-40B4-BE49-F238E27FC236}">
                <a16:creationId xmlns:a16="http://schemas.microsoft.com/office/drawing/2014/main" id="{AABFDFD9-3E33-A952-E3C9-7840E932B976}"/>
              </a:ext>
            </a:extLst>
          </p:cNvPr>
          <p:cNvSpPr/>
          <p:nvPr userDrawn="1"/>
        </p:nvSpPr>
        <p:spPr>
          <a:xfrm flipH="1">
            <a:off x="10552413" y="2"/>
            <a:ext cx="1639587" cy="1412875"/>
          </a:xfrm>
          <a:custGeom>
            <a:avLst/>
            <a:gdLst>
              <a:gd name="connsiteX0" fmla="*/ 0 w 2423811"/>
              <a:gd name="connsiteY0" fmla="*/ 0 h 2088663"/>
              <a:gd name="connsiteX1" fmla="*/ 2423811 w 2423811"/>
              <a:gd name="connsiteY1" fmla="*/ 0 h 2088663"/>
              <a:gd name="connsiteX2" fmla="*/ 1051938 w 2423811"/>
              <a:gd name="connsiteY2" fmla="*/ 685990 h 2088663"/>
              <a:gd name="connsiteX3" fmla="*/ 0 w 2423811"/>
              <a:gd name="connsiteY3" fmla="*/ 2088663 h 208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811" h="2088663">
                <a:moveTo>
                  <a:pt x="0" y="0"/>
                </a:moveTo>
                <a:lnTo>
                  <a:pt x="2423811" y="0"/>
                </a:lnTo>
                <a:cubicBezTo>
                  <a:pt x="1862801" y="0"/>
                  <a:pt x="1364726" y="269449"/>
                  <a:pt x="1051938" y="685990"/>
                </a:cubicBezTo>
                <a:lnTo>
                  <a:pt x="0" y="2088663"/>
                </a:lnTo>
                <a:close/>
              </a:path>
            </a:pathLst>
          </a:custGeom>
          <a:gradFill>
            <a:gsLst>
              <a:gs pos="95000">
                <a:srgbClr val="F2EEEC"/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303540E-979E-025C-0F1B-6177AD56C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1582400" y="215900"/>
            <a:ext cx="348715" cy="3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8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73" r:id="rId3"/>
    <p:sldLayoutId id="2147483867" r:id="rId4"/>
    <p:sldLayoutId id="2147483905" r:id="rId5"/>
    <p:sldLayoutId id="2147483911" r:id="rId6"/>
    <p:sldLayoutId id="2147484001" r:id="rId7"/>
    <p:sldLayoutId id="2147484025" r:id="rId8"/>
    <p:sldLayoutId id="2147483991" r:id="rId9"/>
    <p:sldLayoutId id="2147483997" r:id="rId10"/>
    <p:sldLayoutId id="2147484265" r:id="rId11"/>
    <p:sldLayoutId id="2147484208" r:id="rId12"/>
    <p:sldLayoutId id="2147484245" r:id="rId13"/>
    <p:sldLayoutId id="2147484251" r:id="rId14"/>
    <p:sldLayoutId id="2147484185" r:id="rId15"/>
    <p:sldLayoutId id="2147484221" r:id="rId16"/>
    <p:sldLayoutId id="2147484175" r:id="rId17"/>
    <p:sldLayoutId id="2147484181" r:id="rId18"/>
    <p:sldLayoutId id="2147484269" r:id="rId19"/>
    <p:sldLayoutId id="2147484283" r:id="rId20"/>
    <p:sldLayoutId id="2147484273" r:id="rId21"/>
    <p:sldLayoutId id="2147484285" r:id="rId22"/>
    <p:sldLayoutId id="2147484286" r:id="rId23"/>
    <p:sldLayoutId id="2147484299" r:id="rId24"/>
    <p:sldLayoutId id="2147484271" r:id="rId25"/>
    <p:sldLayoutId id="2147484284" r:id="rId26"/>
    <p:sldLayoutId id="2147484290" r:id="rId27"/>
    <p:sldLayoutId id="2147484278" r:id="rId28"/>
    <p:sldLayoutId id="2147484268" r:id="rId29"/>
    <p:sldLayoutId id="2147484276" r:id="rId30"/>
    <p:sldLayoutId id="2147484297" r:id="rId31"/>
    <p:sldLayoutId id="2147484289" r:id="rId32"/>
    <p:sldLayoutId id="2147484287" r:id="rId33"/>
    <p:sldLayoutId id="2147484293" r:id="rId34"/>
    <p:sldLayoutId id="2147484383" r:id="rId35"/>
    <p:sldLayoutId id="2147484397" r:id="rId36"/>
    <p:sldLayoutId id="2147484387" r:id="rId37"/>
    <p:sldLayoutId id="2147484364" r:id="rId38"/>
    <p:sldLayoutId id="2147484365" r:id="rId39"/>
    <p:sldLayoutId id="2147484378" r:id="rId40"/>
    <p:sldLayoutId id="2147484435" r:id="rId41"/>
    <p:sldLayoutId id="2147484430" r:id="rId42"/>
    <p:sldLayoutId id="2147484438" r:id="rId43"/>
    <p:sldLayoutId id="2147484441" r:id="rId44"/>
    <p:sldLayoutId id="2147484457" r:id="rId45"/>
    <p:sldLayoutId id="2147484428" r:id="rId46"/>
    <p:sldLayoutId id="2147484437" r:id="rId47"/>
    <p:sldLayoutId id="2147484444" r:id="rId48"/>
    <p:sldLayoutId id="2147484433" r:id="rId49"/>
    <p:sldLayoutId id="2147484425" r:id="rId50"/>
    <p:sldLayoutId id="2147484432" r:id="rId51"/>
    <p:sldLayoutId id="2147484449" r:id="rId52"/>
    <p:sldLayoutId id="2147484443" r:id="rId53"/>
    <p:sldLayoutId id="2147484442" r:id="rId54"/>
    <p:sldLayoutId id="2147484445" r:id="rId55"/>
    <p:sldLayoutId id="2147484448" r:id="rId56"/>
    <p:sldLayoutId id="2147484456" r:id="rId57"/>
    <p:sldLayoutId id="2147484451" r:id="rId58"/>
    <p:sldLayoutId id="2147484422" r:id="rId59"/>
    <p:sldLayoutId id="2147484423" r:id="rId60"/>
    <p:sldLayoutId id="2147484439" r:id="rId61"/>
    <p:sldLayoutId id="2147484450" r:id="rId62"/>
    <p:sldLayoutId id="2147484458" r:id="rId63"/>
    <p:sldLayoutId id="2147484427" r:id="rId64"/>
    <p:sldLayoutId id="2147484453" r:id="rId65"/>
    <p:sldLayoutId id="2147484446" r:id="rId66"/>
    <p:sldLayoutId id="2147484452" r:id="rId67"/>
    <p:sldLayoutId id="2147484436" r:id="rId68"/>
    <p:sldLayoutId id="2147484426" r:id="rId69"/>
    <p:sldLayoutId id="2147484424" r:id="rId70"/>
    <p:sldLayoutId id="2147484431" r:id="rId71"/>
    <p:sldLayoutId id="2147484434" r:id="rId72"/>
    <p:sldLayoutId id="2147484447" r:id="rId73"/>
    <p:sldLayoutId id="2147484440" r:id="rId74"/>
    <p:sldLayoutId id="2147484454" r:id="rId75"/>
    <p:sldLayoutId id="2147484455" r:id="rId76"/>
    <p:sldLayoutId id="2147484429" r:id="rId77"/>
    <p:sldLayoutId id="2147483774" r:id="rId78"/>
    <p:sldLayoutId id="2147483799" r:id="rId79"/>
    <p:sldLayoutId id="2147483775" r:id="rId80"/>
    <p:sldLayoutId id="2147483665" r:id="rId81"/>
    <p:sldLayoutId id="2147483806" r:id="rId82"/>
    <p:sldLayoutId id="2147483807" r:id="rId83"/>
    <p:sldLayoutId id="2147483801" r:id="rId8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69AF4C0-B935-339F-E77E-E16192E944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6" imgW="484" imgH="486" progId="TCLayout.ActiveDocument.1">
                  <p:embed/>
                </p:oleObj>
              </mc:Choice>
              <mc:Fallback>
                <p:oleObj name="think-cell Slide" r:id="rId76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AF4C0-B935-339F-E77E-E16192E94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B6D23-6501-9EFC-2771-075043D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049000" cy="1143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A198-FF6B-C11F-D0FD-AE8B2B79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05000"/>
            <a:ext cx="1142999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093BF-22A5-BCE8-A5CC-4F7C28FA8A66}"/>
              </a:ext>
            </a:extLst>
          </p:cNvPr>
          <p:cNvSpPr txBox="1"/>
          <p:nvPr userDrawn="1"/>
        </p:nvSpPr>
        <p:spPr>
          <a:xfrm>
            <a:off x="381000" y="6574280"/>
            <a:ext cx="1811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055C4-468A-48E7-A43B-52A7F0793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0" name="Forme libre 7">
            <a:extLst>
              <a:ext uri="{FF2B5EF4-FFF2-40B4-BE49-F238E27FC236}">
                <a16:creationId xmlns:a16="http://schemas.microsoft.com/office/drawing/2014/main" id="{41E7736E-24AC-6F49-C7C1-90E9E6579D46}"/>
              </a:ext>
            </a:extLst>
          </p:cNvPr>
          <p:cNvSpPr/>
          <p:nvPr userDrawn="1"/>
        </p:nvSpPr>
        <p:spPr>
          <a:xfrm flipH="1">
            <a:off x="10552413" y="2"/>
            <a:ext cx="1639587" cy="1412875"/>
          </a:xfrm>
          <a:custGeom>
            <a:avLst/>
            <a:gdLst>
              <a:gd name="connsiteX0" fmla="*/ 0 w 2423811"/>
              <a:gd name="connsiteY0" fmla="*/ 0 h 2088663"/>
              <a:gd name="connsiteX1" fmla="*/ 2423811 w 2423811"/>
              <a:gd name="connsiteY1" fmla="*/ 0 h 2088663"/>
              <a:gd name="connsiteX2" fmla="*/ 1051938 w 2423811"/>
              <a:gd name="connsiteY2" fmla="*/ 685990 h 2088663"/>
              <a:gd name="connsiteX3" fmla="*/ 0 w 2423811"/>
              <a:gd name="connsiteY3" fmla="*/ 2088663 h 208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811" h="2088663">
                <a:moveTo>
                  <a:pt x="0" y="0"/>
                </a:moveTo>
                <a:lnTo>
                  <a:pt x="2423811" y="0"/>
                </a:lnTo>
                <a:cubicBezTo>
                  <a:pt x="1862801" y="0"/>
                  <a:pt x="1364726" y="269449"/>
                  <a:pt x="1051938" y="685990"/>
                </a:cubicBezTo>
                <a:lnTo>
                  <a:pt x="0" y="2088663"/>
                </a:lnTo>
                <a:close/>
              </a:path>
            </a:pathLst>
          </a:custGeom>
          <a:gradFill>
            <a:gsLst>
              <a:gs pos="95000">
                <a:srgbClr val="F2EEEC"/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2D88BBC-8EC5-27E7-330E-28C3D5F2CC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1582400" y="215900"/>
            <a:ext cx="348715" cy="3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700" r:id="rId7"/>
    <p:sldLayoutId id="2147483741" r:id="rId8"/>
    <p:sldLayoutId id="2147483742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884" r:id="rId16"/>
    <p:sldLayoutId id="2147483885" r:id="rId17"/>
    <p:sldLayoutId id="2147483886" r:id="rId18"/>
    <p:sldLayoutId id="2147483887" r:id="rId19"/>
    <p:sldLayoutId id="2147483888" r:id="rId20"/>
    <p:sldLayoutId id="2147483889" r:id="rId21"/>
    <p:sldLayoutId id="2147483955" r:id="rId22"/>
    <p:sldLayoutId id="2147483956" r:id="rId23"/>
    <p:sldLayoutId id="2147483957" r:id="rId24"/>
    <p:sldLayoutId id="2147483958" r:id="rId25"/>
    <p:sldLayoutId id="2147483959" r:id="rId26"/>
    <p:sldLayoutId id="2147483960" r:id="rId27"/>
    <p:sldLayoutId id="2147483949" r:id="rId28"/>
    <p:sldLayoutId id="2147483950" r:id="rId29"/>
    <p:sldLayoutId id="2147483951" r:id="rId30"/>
    <p:sldLayoutId id="2147483952" r:id="rId31"/>
    <p:sldLayoutId id="2147483953" r:id="rId32"/>
    <p:sldLayoutId id="2147483954" r:id="rId33"/>
    <p:sldLayoutId id="2147484088" r:id="rId34"/>
    <p:sldLayoutId id="2147484091" r:id="rId35"/>
    <p:sldLayoutId id="2147484093" r:id="rId36"/>
    <p:sldLayoutId id="2147484095" r:id="rId37"/>
    <p:sldLayoutId id="2147484097" r:id="rId38"/>
    <p:sldLayoutId id="2147484099" r:id="rId39"/>
    <p:sldLayoutId id="2147484083" r:id="rId40"/>
    <p:sldLayoutId id="2147484484" r:id="rId41"/>
    <p:sldLayoutId id="2147484485" r:id="rId42"/>
    <p:sldLayoutId id="2147484486" r:id="rId43"/>
    <p:sldLayoutId id="2147484487" r:id="rId44"/>
    <p:sldLayoutId id="2147484488" r:id="rId45"/>
    <p:sldLayoutId id="2147484489" r:id="rId46"/>
    <p:sldLayoutId id="2147484477" r:id="rId47"/>
    <p:sldLayoutId id="2147484479" r:id="rId48"/>
    <p:sldLayoutId id="2147484480" r:id="rId49"/>
    <p:sldLayoutId id="2147484481" r:id="rId50"/>
    <p:sldLayoutId id="2147484482" r:id="rId51"/>
    <p:sldLayoutId id="2147484483" r:id="rId52"/>
    <p:sldLayoutId id="2147484466" r:id="rId53"/>
    <p:sldLayoutId id="2147484467" r:id="rId54"/>
    <p:sldLayoutId id="2147484468" r:id="rId55"/>
    <p:sldLayoutId id="2147484469" r:id="rId56"/>
    <p:sldLayoutId id="2147484470" r:id="rId57"/>
    <p:sldLayoutId id="2147484472" r:id="rId58"/>
    <p:sldLayoutId id="2147484459" r:id="rId59"/>
    <p:sldLayoutId id="2147484460" r:id="rId60"/>
    <p:sldLayoutId id="2147484461" r:id="rId61"/>
    <p:sldLayoutId id="2147484462" r:id="rId62"/>
    <p:sldLayoutId id="2147484463" r:id="rId63"/>
    <p:sldLayoutId id="2147484465" r:id="rId64"/>
    <p:sldLayoutId id="2147484471" r:id="rId65"/>
    <p:sldLayoutId id="2147484473" r:id="rId66"/>
    <p:sldLayoutId id="2147484474" r:id="rId67"/>
    <p:sldLayoutId id="2147484475" r:id="rId68"/>
    <p:sldLayoutId id="2147484476" r:id="rId69"/>
    <p:sldLayoutId id="2147484478" r:id="rId70"/>
    <p:sldLayoutId id="2147484464" r:id="rId71"/>
    <p:sldLayoutId id="2147483723" r:id="rId72"/>
    <p:sldLayoutId id="2147484490" r:id="rId7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69AF4C0-B935-339F-E77E-E16192E94432}"/>
              </a:ext>
            </a:extLst>
          </p:cNvPr>
          <p:cNvGraphicFramePr>
            <a:graphicFrameLocks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255713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84" imgH="486" progId="TCLayout.ActiveDocument.1">
                  <p:embed/>
                </p:oleObj>
              </mc:Choice>
              <mc:Fallback>
                <p:oleObj name="think-cell Slide" r:id="rId11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AF4C0-B935-339F-E77E-E16192E94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B6D23-6501-9EFC-2771-075043D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049000" cy="1143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Forme libre 7">
            <a:extLst>
              <a:ext uri="{FF2B5EF4-FFF2-40B4-BE49-F238E27FC236}">
                <a16:creationId xmlns:a16="http://schemas.microsoft.com/office/drawing/2014/main" id="{F06E2DE6-8809-DAC7-28EF-39103754F320}"/>
              </a:ext>
            </a:extLst>
          </p:cNvPr>
          <p:cNvSpPr/>
          <p:nvPr userDrawn="1"/>
        </p:nvSpPr>
        <p:spPr>
          <a:xfrm flipH="1">
            <a:off x="10552413" y="2"/>
            <a:ext cx="1639587" cy="1412875"/>
          </a:xfrm>
          <a:custGeom>
            <a:avLst/>
            <a:gdLst>
              <a:gd name="connsiteX0" fmla="*/ 0 w 2423811"/>
              <a:gd name="connsiteY0" fmla="*/ 0 h 2088663"/>
              <a:gd name="connsiteX1" fmla="*/ 2423811 w 2423811"/>
              <a:gd name="connsiteY1" fmla="*/ 0 h 2088663"/>
              <a:gd name="connsiteX2" fmla="*/ 1051938 w 2423811"/>
              <a:gd name="connsiteY2" fmla="*/ 685990 h 2088663"/>
              <a:gd name="connsiteX3" fmla="*/ 0 w 2423811"/>
              <a:gd name="connsiteY3" fmla="*/ 2088663 h 208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811" h="2088663">
                <a:moveTo>
                  <a:pt x="0" y="0"/>
                </a:moveTo>
                <a:lnTo>
                  <a:pt x="2423811" y="0"/>
                </a:lnTo>
                <a:cubicBezTo>
                  <a:pt x="1862801" y="0"/>
                  <a:pt x="1364726" y="269449"/>
                  <a:pt x="1051938" y="685990"/>
                </a:cubicBezTo>
                <a:lnTo>
                  <a:pt x="0" y="2088663"/>
                </a:lnTo>
                <a:close/>
              </a:path>
            </a:pathLst>
          </a:custGeom>
          <a:gradFill>
            <a:gsLst>
              <a:gs pos="95000">
                <a:srgbClr val="F2EEEC"/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2499589-6A15-8CB4-C042-C5C4EEF473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582400" y="215900"/>
            <a:ext cx="348715" cy="36769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A198-FF6B-C11F-D0FD-AE8B2B79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05000"/>
            <a:ext cx="1142999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093BF-22A5-BCE8-A5CC-4F7C28FA8A66}"/>
              </a:ext>
            </a:extLst>
          </p:cNvPr>
          <p:cNvSpPr txBox="1"/>
          <p:nvPr userDrawn="1"/>
        </p:nvSpPr>
        <p:spPr>
          <a:xfrm>
            <a:off x="381000" y="6574280"/>
            <a:ext cx="1811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055C4-468A-48E7-A43B-52A7F0793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2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5.xml"/><Relationship Id="rId1" Type="http://schemas.openxmlformats.org/officeDocument/2006/relationships/tags" Target="../tags/tag16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rohit.Khurana@presight.ai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2A72E6-0D7A-D477-11F3-3BC8B03729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2A72E6-0D7A-D477-11F3-3BC8B03729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9BE27C4-4918-A4A4-E57D-E7D746E9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8100484" cy="1143000"/>
          </a:xfrm>
        </p:spPr>
        <p:txBody>
          <a:bodyPr vert="horz">
            <a:normAutofit fontScale="9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Executive Office – AI Deployment</a:t>
            </a:r>
            <a:endParaRPr lang="en-US" b="1" dirty="0">
              <a:latin typeface="Aptos" panose="020B00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5E42-F067-4D13-075C-D05861BAA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06 May </a:t>
            </a:r>
            <a:r>
              <a:rPr lang="en-US" sz="1200" dirty="0">
                <a:latin typeface="Aptos" panose="020B0004020202020204" pitchFamily="34" charset="0"/>
                <a:sym typeface="Avenir Next LT Pro Light" panose="020B0304020202020204" pitchFamily="34" charset="0"/>
              </a:rPr>
              <a:t>2026</a:t>
            </a:r>
          </a:p>
          <a:p>
            <a:r>
              <a:rPr lang="en-US" sz="1200" dirty="0">
                <a:latin typeface="Aptos" panose="020B0004020202020204" pitchFamily="34" charset="0"/>
                <a:sym typeface="Avenir Next LT Pro Light" panose="020B0304020202020204" pitchFamily="34" charset="0"/>
              </a:rPr>
              <a:t>EO Internal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1CFE27-70D7-C56E-CBEA-4E83D77492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2857500"/>
            <a:ext cx="5715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User Training </a:t>
            </a:r>
            <a:endParaRPr lang="en-GB" sz="3200" dirty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83D0C-1DE6-E547-84E3-7A4AF70D4061}"/>
              </a:ext>
            </a:extLst>
          </p:cNvPr>
          <p:cNvSpPr/>
          <p:nvPr/>
        </p:nvSpPr>
        <p:spPr>
          <a:xfrm>
            <a:off x="286327" y="6373091"/>
            <a:ext cx="424873" cy="381000"/>
          </a:xfrm>
          <a:prstGeom prst="rect">
            <a:avLst/>
          </a:prstGeom>
          <a:solidFill>
            <a:srgbClr val="4052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407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2130" y="71120"/>
            <a:ext cx="35255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06880" y="176149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Sovereign Infrastructure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/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/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/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/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3 / 30</a:t>
            </a:r>
            <a:endParaRPr lang="en-US" sz="12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6FC4C1B-FE32-5B4A-C721-D7B26B42AC0C}"/>
              </a:ext>
            </a:extLst>
          </p:cNvPr>
          <p:cNvSpPr/>
          <p:nvPr/>
        </p:nvSpPr>
        <p:spPr>
          <a:xfrm>
            <a:off x="588010" y="1685925"/>
            <a:ext cx="1118870" cy="786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32D7A10-B096-D8D5-E35F-3FDFE7CB21DD}"/>
              </a:ext>
            </a:extLst>
          </p:cNvPr>
          <p:cNvSpPr/>
          <p:nvPr/>
        </p:nvSpPr>
        <p:spPr>
          <a:xfrm>
            <a:off x="1706880" y="251587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Fundamentals</a:t>
            </a:r>
            <a:endParaRPr lang="en-US" sz="20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A3DA1628-BFCE-5F9A-28BE-3246690D0329}"/>
              </a:ext>
            </a:extLst>
          </p:cNvPr>
          <p:cNvSpPr/>
          <p:nvPr/>
        </p:nvSpPr>
        <p:spPr>
          <a:xfrm>
            <a:off x="588010" y="2440305"/>
            <a:ext cx="1118870" cy="786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4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EECB3500-EA29-70F8-2CAC-0F77D3EF51A1}"/>
              </a:ext>
            </a:extLst>
          </p:cNvPr>
          <p:cNvSpPr/>
          <p:nvPr/>
        </p:nvSpPr>
        <p:spPr>
          <a:xfrm>
            <a:off x="1706880" y="33020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Agent Literacy</a:t>
            </a:r>
            <a:endParaRPr lang="en-US" sz="20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51E3C4E2-9A77-8798-F922-67DD35BC9CCB}"/>
              </a:ext>
            </a:extLst>
          </p:cNvPr>
          <p:cNvSpPr/>
          <p:nvPr/>
        </p:nvSpPr>
        <p:spPr>
          <a:xfrm>
            <a:off x="588010" y="3226435"/>
            <a:ext cx="1118870" cy="786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96F94822-2F80-E227-C4D3-E6333A7EC227}"/>
              </a:ext>
            </a:extLst>
          </p:cNvPr>
          <p:cNvSpPr/>
          <p:nvPr/>
        </p:nvSpPr>
        <p:spPr>
          <a:xfrm>
            <a:off x="1706880" y="404368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Useful Prompts</a:t>
            </a:r>
            <a:endParaRPr lang="en-US" sz="2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174A78D-B753-719B-2806-604BED6E6377}"/>
              </a:ext>
            </a:extLst>
          </p:cNvPr>
          <p:cNvSpPr/>
          <p:nvPr/>
        </p:nvSpPr>
        <p:spPr>
          <a:xfrm>
            <a:off x="588010" y="3968115"/>
            <a:ext cx="1118870" cy="786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754183C-3B0F-9D81-58BC-733E6836DAE3}"/>
              </a:ext>
            </a:extLst>
          </p:cNvPr>
          <p:cNvSpPr/>
          <p:nvPr/>
        </p:nvSpPr>
        <p:spPr>
          <a:xfrm>
            <a:off x="1706880" y="481711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0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E7AF4B67-8CBF-FCA7-3936-4BF105786FBF}"/>
              </a:ext>
            </a:extLst>
          </p:cNvPr>
          <p:cNvSpPr/>
          <p:nvPr/>
        </p:nvSpPr>
        <p:spPr>
          <a:xfrm>
            <a:off x="588010" y="4741545"/>
            <a:ext cx="1118870" cy="786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763E-DDB1-B171-3232-266722A1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8C89BDE-C224-8DDD-E6E6-0E2D8254FC0C}"/>
              </a:ext>
            </a:extLst>
          </p:cNvPr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666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1E9CD0-5486-8095-510F-4CA5E43947E4}"/>
              </a:ext>
            </a:extLst>
          </p:cNvPr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Sovereign Infrastructure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9E9946-307A-A246-870F-A6AA6831AF00}"/>
              </a:ext>
            </a:extLst>
          </p:cNvPr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291F6A-4296-DC3E-38DF-DC86FE82F4EC}"/>
              </a:ext>
            </a:extLst>
          </p:cNvPr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16AC456-746D-73C8-2490-4CDBAF786119}"/>
              </a:ext>
            </a:extLst>
          </p:cNvPr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6697C3-A172-6E63-8342-8CDCF6E9EAA9}"/>
              </a:ext>
            </a:extLst>
          </p:cNvPr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75B2809-DC3B-3E68-BD7D-9B2E8A5B7003}"/>
              </a:ext>
            </a:extLst>
          </p:cNvPr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005633C-93C1-33FD-FBD1-ECC01480BDF4}"/>
              </a:ext>
            </a:extLst>
          </p:cNvPr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3 / 30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380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2475E7-280C-8D07-15D9-443B92437452}"/>
              </a:ext>
            </a:extLst>
          </p:cNvPr>
          <p:cNvSpPr/>
          <p:nvPr/>
        </p:nvSpPr>
        <p:spPr>
          <a:xfrm>
            <a:off x="4459575" y="2049738"/>
            <a:ext cx="1905000" cy="3770320"/>
          </a:xfrm>
          <a:prstGeom prst="roundRect">
            <a:avLst>
              <a:gd name="adj" fmla="val 1123"/>
            </a:avLst>
          </a:prstGeom>
          <a:solidFill>
            <a:schemeClr val="bg1"/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914400" rIns="0" bIns="27432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5F51"/>
              </a:buClr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3922E">
                  <a:lumMod val="50000"/>
                </a:srgbClr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523629-DBE0-DEA8-4949-DF983D0F7302}"/>
              </a:ext>
            </a:extLst>
          </p:cNvPr>
          <p:cNvSpPr/>
          <p:nvPr/>
        </p:nvSpPr>
        <p:spPr>
          <a:xfrm>
            <a:off x="2082437" y="2049737"/>
            <a:ext cx="1905000" cy="3770321"/>
          </a:xfrm>
          <a:prstGeom prst="roundRect">
            <a:avLst>
              <a:gd name="adj" fmla="val 1123"/>
            </a:avLst>
          </a:prstGeom>
          <a:solidFill>
            <a:schemeClr val="bg1"/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914400" rIns="0" bIns="27432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5F51"/>
              </a:buClr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3922E">
                  <a:lumMod val="50000"/>
                </a:srgbClr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FF665-D242-4A05-13BE-0B8747E74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03" y="381815"/>
            <a:ext cx="11581926" cy="762000"/>
          </a:xfr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 dirty="0">
                <a:solidFill>
                  <a:srgbClr val="B4832C"/>
                </a:solidFill>
                <a:latin typeface="Aptos" pitchFamily="34" charset="0"/>
              </a:rPr>
              <a:t>EO AI platform has been deployed on a secure, sovereign infrastructure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3CE2AF-67FF-0010-A917-8951FCAB3823}"/>
              </a:ext>
            </a:extLst>
          </p:cNvPr>
          <p:cNvSpPr txBox="1"/>
          <p:nvPr/>
        </p:nvSpPr>
        <p:spPr>
          <a:xfrm>
            <a:off x="2094492" y="1554265"/>
            <a:ext cx="1897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Data Centers – Core42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16FB6D-6A62-5500-97F9-43062283E54A}"/>
              </a:ext>
            </a:extLst>
          </p:cNvPr>
          <p:cNvSpPr txBox="1"/>
          <p:nvPr/>
        </p:nvSpPr>
        <p:spPr>
          <a:xfrm>
            <a:off x="4438186" y="1531349"/>
            <a:ext cx="1897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AI Agentic Platform – Core42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29622B-71D0-5E3E-A8EE-C0195504DD69}"/>
              </a:ext>
            </a:extLst>
          </p:cNvPr>
          <p:cNvSpPr txBox="1"/>
          <p:nvPr/>
        </p:nvSpPr>
        <p:spPr>
          <a:xfrm>
            <a:off x="6836709" y="1740797"/>
            <a:ext cx="1897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EO Users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567E4850-6629-8EEF-9D3D-6DE572A8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517" y="5470370"/>
            <a:ext cx="306530" cy="279605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3D168C42-447F-B8AA-5403-29969F649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370" y="4800270"/>
            <a:ext cx="329507" cy="3094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8F817-A119-8B06-B713-5DACE8C9E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142" y="5125843"/>
            <a:ext cx="327280" cy="309469"/>
          </a:xfrm>
          <a:prstGeom prst="rect">
            <a:avLst/>
          </a:prstGeom>
        </p:spPr>
      </p:pic>
      <p:sp>
        <p:nvSpPr>
          <p:cNvPr id="59" name="Oval 58">
            <a:extLst>
              <a:ext uri="{FF2B5EF4-FFF2-40B4-BE49-F238E27FC236}">
                <a16:creationId xmlns:a16="http://schemas.microsoft.com/office/drawing/2014/main" id="{B7ABBA6A-EC69-81F4-127E-AF335CBB7B94}"/>
              </a:ext>
            </a:extLst>
          </p:cNvPr>
          <p:cNvSpPr/>
          <p:nvPr/>
        </p:nvSpPr>
        <p:spPr>
          <a:xfrm>
            <a:off x="5274994" y="5436335"/>
            <a:ext cx="314591" cy="340082"/>
          </a:xfrm>
          <a:prstGeom prst="ellipse">
            <a:avLst/>
          </a:prstGeom>
          <a:solidFill>
            <a:srgbClr val="EAD5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E" sz="11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…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C37BAE-3666-571D-1F42-A529D2146C2B}"/>
              </a:ext>
            </a:extLst>
          </p:cNvPr>
          <p:cNvSpPr/>
          <p:nvPr/>
        </p:nvSpPr>
        <p:spPr>
          <a:xfrm>
            <a:off x="6836713" y="2054756"/>
            <a:ext cx="1905000" cy="3765301"/>
          </a:xfrm>
          <a:prstGeom prst="roundRect">
            <a:avLst>
              <a:gd name="adj" fmla="val 1123"/>
            </a:avLst>
          </a:prstGeom>
          <a:solidFill>
            <a:schemeClr val="bg1"/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914400" rIns="0" bIns="27432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5F51"/>
              </a:buClr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3922E">
                  <a:lumMod val="50000"/>
                </a:srgbClr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C320F1E-BE14-984A-76B7-6D5737ED6032}"/>
              </a:ext>
            </a:extLst>
          </p:cNvPr>
          <p:cNvGrpSpPr/>
          <p:nvPr/>
        </p:nvGrpSpPr>
        <p:grpSpPr>
          <a:xfrm>
            <a:off x="2166364" y="2931243"/>
            <a:ext cx="1721467" cy="484165"/>
            <a:chOff x="2858514" y="2639481"/>
            <a:chExt cx="1721467" cy="446397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A9A95D23-9DBC-61F8-A9EE-F373E2F85912}"/>
                </a:ext>
              </a:extLst>
            </p:cNvPr>
            <p:cNvSpPr/>
            <p:nvPr/>
          </p:nvSpPr>
          <p:spPr>
            <a:xfrm>
              <a:off x="2858514" y="2650706"/>
              <a:ext cx="1721467" cy="4351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  <a:t>Access</a:t>
              </a:r>
              <a:b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</a:b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  <a:t>Control</a:t>
              </a:r>
            </a:p>
          </p:txBody>
        </p:sp>
        <p:pic>
          <p:nvPicPr>
            <p:cNvPr id="76" name="Graphic 75" descr="Key outline">
              <a:extLst>
                <a:ext uri="{FF2B5EF4-FFF2-40B4-BE49-F238E27FC236}">
                  <a16:creationId xmlns:a16="http://schemas.microsoft.com/office/drawing/2014/main" id="{5BDEF1F3-CFDE-E86D-0677-A7ECB8EC99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78670" y="2639481"/>
              <a:ext cx="435175" cy="435175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E17E06A-3008-3937-DAC4-84DE88F553C2}"/>
              </a:ext>
            </a:extLst>
          </p:cNvPr>
          <p:cNvGrpSpPr/>
          <p:nvPr/>
        </p:nvGrpSpPr>
        <p:grpSpPr>
          <a:xfrm>
            <a:off x="2177090" y="3600391"/>
            <a:ext cx="1721467" cy="476169"/>
            <a:chOff x="2869240" y="3240911"/>
            <a:chExt cx="1721467" cy="439025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7CE61AA-5AA4-C312-2ACC-324CB28C29A1}"/>
                </a:ext>
              </a:extLst>
            </p:cNvPr>
            <p:cNvSpPr/>
            <p:nvPr/>
          </p:nvSpPr>
          <p:spPr>
            <a:xfrm>
              <a:off x="2869240" y="3244764"/>
              <a:ext cx="1721467" cy="4351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  <a:t>Security Ops Center</a:t>
              </a:r>
            </a:p>
          </p:txBody>
        </p:sp>
        <p:pic>
          <p:nvPicPr>
            <p:cNvPr id="78" name="Graphic 77" descr="Lock outline">
              <a:extLst>
                <a:ext uri="{FF2B5EF4-FFF2-40B4-BE49-F238E27FC236}">
                  <a16:creationId xmlns:a16="http://schemas.microsoft.com/office/drawing/2014/main" id="{F84DDB0F-C473-31B7-06E7-CDCCDB1136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78669" y="3240911"/>
              <a:ext cx="435175" cy="435175"/>
            </a:xfrm>
            <a:prstGeom prst="rect">
              <a:avLst/>
            </a:prstGeom>
          </p:spPr>
        </p:pic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6AD974E-B54C-F00B-DC53-FFB4EE694EF6}"/>
              </a:ext>
            </a:extLst>
          </p:cNvPr>
          <p:cNvSpPr/>
          <p:nvPr/>
        </p:nvSpPr>
        <p:spPr>
          <a:xfrm>
            <a:off x="2177090" y="4261543"/>
            <a:ext cx="1721467" cy="4719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Data 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Encryption</a:t>
            </a:r>
          </a:p>
        </p:txBody>
      </p:sp>
      <p:pic>
        <p:nvPicPr>
          <p:cNvPr id="81" name="Graphic 80" descr="Safe outline">
            <a:extLst>
              <a:ext uri="{FF2B5EF4-FFF2-40B4-BE49-F238E27FC236}">
                <a16:creationId xmlns:a16="http://schemas.microsoft.com/office/drawing/2014/main" id="{3C9BEFF0-4523-7DB3-9E29-56B2C1C50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9218" y="4261542"/>
            <a:ext cx="435175" cy="471993"/>
          </a:xfrm>
          <a:prstGeom prst="rect">
            <a:avLst/>
          </a:prstGeom>
        </p:spPr>
      </p:pic>
      <p:sp>
        <p:nvSpPr>
          <p:cNvPr id="3" name="Grid3">
            <a:extLst>
              <a:ext uri="{FF2B5EF4-FFF2-40B4-BE49-F238E27FC236}">
                <a16:creationId xmlns:a16="http://schemas.microsoft.com/office/drawing/2014/main" id="{FF27B1BD-A81A-E4DC-DD91-4E99A6F2D39E}"/>
              </a:ext>
            </a:extLst>
          </p:cNvPr>
          <p:cNvSpPr>
            <a:spLocks/>
          </p:cNvSpPr>
          <p:nvPr/>
        </p:nvSpPr>
        <p:spPr bwMode="gray">
          <a:xfrm>
            <a:off x="7044583" y="263389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Optimization</a:t>
            </a:r>
          </a:p>
        </p:txBody>
      </p:sp>
      <p:sp>
        <p:nvSpPr>
          <p:cNvPr id="18" name="Grid3">
            <a:extLst>
              <a:ext uri="{FF2B5EF4-FFF2-40B4-BE49-F238E27FC236}">
                <a16:creationId xmlns:a16="http://schemas.microsoft.com/office/drawing/2014/main" id="{08CDB4A6-7BAC-2E8C-4E98-35EF618A29AA}"/>
              </a:ext>
            </a:extLst>
          </p:cNvPr>
          <p:cNvSpPr>
            <a:spLocks/>
          </p:cNvSpPr>
          <p:nvPr/>
        </p:nvSpPr>
        <p:spPr bwMode="gray">
          <a:xfrm>
            <a:off x="7044583" y="3103941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Finance</a:t>
            </a:r>
          </a:p>
        </p:txBody>
      </p:sp>
      <p:sp>
        <p:nvSpPr>
          <p:cNvPr id="20" name="Grid3">
            <a:extLst>
              <a:ext uri="{FF2B5EF4-FFF2-40B4-BE49-F238E27FC236}">
                <a16:creationId xmlns:a16="http://schemas.microsoft.com/office/drawing/2014/main" id="{A98124A5-D612-5FDB-0B0B-B1C4EEF37583}"/>
              </a:ext>
            </a:extLst>
          </p:cNvPr>
          <p:cNvSpPr>
            <a:spLocks/>
          </p:cNvSpPr>
          <p:nvPr/>
        </p:nvSpPr>
        <p:spPr bwMode="gray">
          <a:xfrm>
            <a:off x="7044583" y="357398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Strategic Comms</a:t>
            </a:r>
          </a:p>
        </p:txBody>
      </p:sp>
      <p:sp>
        <p:nvSpPr>
          <p:cNvPr id="21" name="Grid3">
            <a:extLst>
              <a:ext uri="{FF2B5EF4-FFF2-40B4-BE49-F238E27FC236}">
                <a16:creationId xmlns:a16="http://schemas.microsoft.com/office/drawing/2014/main" id="{A4770A13-0F95-9370-07B4-BA0066093C96}"/>
              </a:ext>
            </a:extLst>
          </p:cNvPr>
          <p:cNvSpPr>
            <a:spLocks/>
          </p:cNvSpPr>
          <p:nvPr/>
        </p:nvSpPr>
        <p:spPr bwMode="gray">
          <a:xfrm>
            <a:off x="7044583" y="4044032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HR</a:t>
            </a:r>
          </a:p>
        </p:txBody>
      </p:sp>
      <p:sp>
        <p:nvSpPr>
          <p:cNvPr id="65" name="Grid3">
            <a:extLst>
              <a:ext uri="{FF2B5EF4-FFF2-40B4-BE49-F238E27FC236}">
                <a16:creationId xmlns:a16="http://schemas.microsoft.com/office/drawing/2014/main" id="{B3E41072-998E-07BD-B3C7-F336270FD338}"/>
              </a:ext>
            </a:extLst>
          </p:cNvPr>
          <p:cNvSpPr>
            <a:spLocks/>
          </p:cNvSpPr>
          <p:nvPr/>
        </p:nvSpPr>
        <p:spPr bwMode="gray">
          <a:xfrm>
            <a:off x="4667445" y="263389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67" name="Grid3">
            <a:extLst>
              <a:ext uri="{FF2B5EF4-FFF2-40B4-BE49-F238E27FC236}">
                <a16:creationId xmlns:a16="http://schemas.microsoft.com/office/drawing/2014/main" id="{6FFB49CD-343D-852C-E7B6-E4950128470B}"/>
              </a:ext>
            </a:extLst>
          </p:cNvPr>
          <p:cNvSpPr>
            <a:spLocks/>
          </p:cNvSpPr>
          <p:nvPr/>
        </p:nvSpPr>
        <p:spPr bwMode="gray">
          <a:xfrm>
            <a:off x="4667445" y="3103941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71" name="Grid3">
            <a:extLst>
              <a:ext uri="{FF2B5EF4-FFF2-40B4-BE49-F238E27FC236}">
                <a16:creationId xmlns:a16="http://schemas.microsoft.com/office/drawing/2014/main" id="{74FFA112-8190-447A-BF8C-C7720BA5E4B1}"/>
              </a:ext>
            </a:extLst>
          </p:cNvPr>
          <p:cNvSpPr>
            <a:spLocks/>
          </p:cNvSpPr>
          <p:nvPr/>
        </p:nvSpPr>
        <p:spPr bwMode="gray">
          <a:xfrm>
            <a:off x="4667445" y="357398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77" name="Grid3">
            <a:extLst>
              <a:ext uri="{FF2B5EF4-FFF2-40B4-BE49-F238E27FC236}">
                <a16:creationId xmlns:a16="http://schemas.microsoft.com/office/drawing/2014/main" id="{E27A4876-CA0E-A995-AD45-41FBD2A02E29}"/>
              </a:ext>
            </a:extLst>
          </p:cNvPr>
          <p:cNvSpPr>
            <a:spLocks/>
          </p:cNvSpPr>
          <p:nvPr/>
        </p:nvSpPr>
        <p:spPr bwMode="gray">
          <a:xfrm>
            <a:off x="4667445" y="4044032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13" name="Grid3">
            <a:extLst>
              <a:ext uri="{FF2B5EF4-FFF2-40B4-BE49-F238E27FC236}">
                <a16:creationId xmlns:a16="http://schemas.microsoft.com/office/drawing/2014/main" id="{28DC0B96-613B-FF2D-4AA4-A79E717747AA}"/>
              </a:ext>
            </a:extLst>
          </p:cNvPr>
          <p:cNvSpPr>
            <a:spLocks/>
          </p:cNvSpPr>
          <p:nvPr/>
        </p:nvSpPr>
        <p:spPr bwMode="gray">
          <a:xfrm>
            <a:off x="7044583" y="4482563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…</a:t>
            </a:r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7F56CF00-CDFD-FB18-634B-E50E4BAE0924}"/>
              </a:ext>
            </a:extLst>
          </p:cNvPr>
          <p:cNvSpPr/>
          <p:nvPr/>
        </p:nvSpPr>
        <p:spPr>
          <a:xfrm rot="16200000">
            <a:off x="6471569" y="2355390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Up-Down 28">
            <a:extLst>
              <a:ext uri="{FF2B5EF4-FFF2-40B4-BE49-F238E27FC236}">
                <a16:creationId xmlns:a16="http://schemas.microsoft.com/office/drawing/2014/main" id="{8377D3EF-B171-61B4-6F98-863B43932A57}"/>
              </a:ext>
            </a:extLst>
          </p:cNvPr>
          <p:cNvSpPr/>
          <p:nvPr/>
        </p:nvSpPr>
        <p:spPr>
          <a:xfrm rot="16200000">
            <a:off x="6471569" y="2817557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Up-Down 29">
            <a:extLst>
              <a:ext uri="{FF2B5EF4-FFF2-40B4-BE49-F238E27FC236}">
                <a16:creationId xmlns:a16="http://schemas.microsoft.com/office/drawing/2014/main" id="{49CC7F75-E71E-D1F2-C267-303C444883A2}"/>
              </a:ext>
            </a:extLst>
          </p:cNvPr>
          <p:cNvSpPr/>
          <p:nvPr/>
        </p:nvSpPr>
        <p:spPr>
          <a:xfrm rot="16200000">
            <a:off x="6471569" y="3279724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D064CF8B-2F53-4F6F-20B5-F58597EE280C}"/>
              </a:ext>
            </a:extLst>
          </p:cNvPr>
          <p:cNvSpPr/>
          <p:nvPr/>
        </p:nvSpPr>
        <p:spPr>
          <a:xfrm rot="16200000">
            <a:off x="6471569" y="3741891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0CE67D5-01B4-7DDC-71AE-F5AFBD63C748}"/>
              </a:ext>
            </a:extLst>
          </p:cNvPr>
          <p:cNvSpPr/>
          <p:nvPr/>
        </p:nvSpPr>
        <p:spPr>
          <a:xfrm rot="16200000">
            <a:off x="3830631" y="3520084"/>
            <a:ext cx="826472" cy="204953"/>
          </a:xfrm>
          <a:prstGeom prst="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28B7766-E101-12F1-1B7F-034D70EBC6F7}"/>
              </a:ext>
            </a:extLst>
          </p:cNvPr>
          <p:cNvSpPr/>
          <p:nvPr/>
        </p:nvSpPr>
        <p:spPr>
          <a:xfrm>
            <a:off x="2061946" y="5940451"/>
            <a:ext cx="6700258" cy="567850"/>
          </a:xfrm>
          <a:prstGeom prst="roundRect">
            <a:avLst>
              <a:gd name="adj" fmla="val 1123"/>
            </a:avLst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/>
              <a:t>Deployed in sovereign infrastructure within UAE</a:t>
            </a:r>
          </a:p>
        </p:txBody>
      </p:sp>
      <p:pic>
        <p:nvPicPr>
          <p:cNvPr id="86" name="Picture 85" descr="History of the UAE Flag: Colour Meanings, Flag Day &amp; More ...">
            <a:extLst>
              <a:ext uri="{FF2B5EF4-FFF2-40B4-BE49-F238E27FC236}">
                <a16:creationId xmlns:a16="http://schemas.microsoft.com/office/drawing/2014/main" id="{D8F78ED0-E4AA-AB09-F10D-40DBC4ACC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" r="20439"/>
          <a:stretch>
            <a:fillRect/>
          </a:stretch>
        </p:blipFill>
        <p:spPr bwMode="auto">
          <a:xfrm>
            <a:off x="2411076" y="5953890"/>
            <a:ext cx="549167" cy="434019"/>
          </a:xfrm>
          <a:custGeom>
            <a:avLst/>
            <a:gdLst>
              <a:gd name="csX0" fmla="*/ 4768858 w 5239337"/>
              <a:gd name="csY0" fmla="*/ 0 h 4140792"/>
              <a:gd name="csX1" fmla="*/ 4798123 w 5239337"/>
              <a:gd name="csY1" fmla="*/ 0 h 4140792"/>
              <a:gd name="csX2" fmla="*/ 4799033 w 5239337"/>
              <a:gd name="csY2" fmla="*/ 1516 h 4140792"/>
              <a:gd name="csX3" fmla="*/ 4901404 w 5239337"/>
              <a:gd name="csY3" fmla="*/ 120720 h 4140792"/>
              <a:gd name="csX4" fmla="*/ 4906992 w 5239337"/>
              <a:gd name="csY4" fmla="*/ 351419 h 4140792"/>
              <a:gd name="csX5" fmla="*/ 4962746 w 5239337"/>
              <a:gd name="csY5" fmla="*/ 406475 h 4140792"/>
              <a:gd name="csX6" fmla="*/ 5002435 w 5239337"/>
              <a:gd name="csY6" fmla="*/ 414031 h 4140792"/>
              <a:gd name="csX7" fmla="*/ 5032026 w 5239337"/>
              <a:gd name="csY7" fmla="*/ 454672 h 4140792"/>
              <a:gd name="csX8" fmla="*/ 5207670 w 5239337"/>
              <a:gd name="csY8" fmla="*/ 462673 h 4140792"/>
              <a:gd name="csX9" fmla="*/ 5210019 w 5239337"/>
              <a:gd name="csY9" fmla="*/ 612599 h 4140792"/>
              <a:gd name="csX10" fmla="*/ 5232753 w 5239337"/>
              <a:gd name="csY10" fmla="*/ 785703 h 4140792"/>
              <a:gd name="csX11" fmla="*/ 5050060 w 5239337"/>
              <a:gd name="csY11" fmla="*/ 922421 h 4140792"/>
              <a:gd name="csX12" fmla="*/ 4102560 w 5239337"/>
              <a:gd name="csY12" fmla="*/ 3806514 h 4140792"/>
              <a:gd name="csX13" fmla="*/ 3744524 w 5239337"/>
              <a:gd name="csY13" fmla="*/ 4140792 h 4140792"/>
              <a:gd name="csX14" fmla="*/ 3663791 w 5239337"/>
              <a:gd name="csY14" fmla="*/ 4140792 h 4140792"/>
              <a:gd name="csX15" fmla="*/ 511827 w 5239337"/>
              <a:gd name="csY15" fmla="*/ 3659382 h 4140792"/>
              <a:gd name="csX16" fmla="*/ 272936 w 5239337"/>
              <a:gd name="csY16" fmla="*/ 2802435 h 4140792"/>
              <a:gd name="csX17" fmla="*/ 1659 w 5239337"/>
              <a:gd name="csY17" fmla="*/ 2494010 h 4140792"/>
              <a:gd name="csX18" fmla="*/ 2993 w 5239337"/>
              <a:gd name="csY18" fmla="*/ 2115226 h 4140792"/>
              <a:gd name="csX19" fmla="*/ 142759 w 5239337"/>
              <a:gd name="csY19" fmla="*/ 2097128 h 4140792"/>
              <a:gd name="csX20" fmla="*/ 200862 w 5239337"/>
              <a:gd name="csY20" fmla="*/ 2191046 h 4140792"/>
              <a:gd name="csX21" fmla="*/ 280493 w 5239337"/>
              <a:gd name="csY21" fmla="*/ 2549002 h 4140792"/>
              <a:gd name="csX22" fmla="*/ 525480 w 5239337"/>
              <a:gd name="csY22" fmla="*/ 2503345 h 4140792"/>
              <a:gd name="csX23" fmla="*/ 825205 w 5239337"/>
              <a:gd name="csY23" fmla="*/ 2541382 h 4140792"/>
              <a:gd name="csX24" fmla="*/ 1047205 w 5239337"/>
              <a:gd name="csY24" fmla="*/ 2295061 h 4140792"/>
              <a:gd name="csX25" fmla="*/ 1182716 w 5239337"/>
              <a:gd name="csY25" fmla="*/ 2222035 h 4140792"/>
              <a:gd name="csX26" fmla="*/ 1217959 w 5239337"/>
              <a:gd name="csY26" fmla="*/ 2185585 h 4140792"/>
              <a:gd name="csX27" fmla="*/ 1338167 w 5239337"/>
              <a:gd name="csY27" fmla="*/ 2216828 h 4140792"/>
              <a:gd name="csX28" fmla="*/ 1789977 w 5239337"/>
              <a:gd name="csY28" fmla="*/ 2220701 h 4140792"/>
              <a:gd name="csX29" fmla="*/ 1984418 w 5239337"/>
              <a:gd name="csY29" fmla="*/ 2274804 h 4140792"/>
              <a:gd name="csX30" fmla="*/ 2097259 w 5239337"/>
              <a:gd name="csY30" fmla="*/ 2303062 h 4140792"/>
              <a:gd name="csX31" fmla="*/ 2208259 w 5239337"/>
              <a:gd name="csY31" fmla="*/ 2407204 h 4140792"/>
              <a:gd name="csX32" fmla="*/ 2676897 w 5239337"/>
              <a:gd name="csY32" fmla="*/ 2267311 h 4140792"/>
              <a:gd name="csX33" fmla="*/ 2795644 w 5239337"/>
              <a:gd name="csY33" fmla="*/ 2215939 h 4140792"/>
              <a:gd name="csX34" fmla="*/ 2857431 w 5239337"/>
              <a:gd name="csY34" fmla="*/ 2164058 h 4140792"/>
              <a:gd name="csX35" fmla="*/ 2827839 w 5239337"/>
              <a:gd name="csY35" fmla="*/ 2027023 h 4140792"/>
              <a:gd name="csX36" fmla="*/ 2930140 w 5239337"/>
              <a:gd name="csY36" fmla="*/ 2042200 h 4140792"/>
              <a:gd name="csX37" fmla="*/ 3035361 w 5239337"/>
              <a:gd name="csY37" fmla="*/ 1979715 h 4140792"/>
              <a:gd name="csX38" fmla="*/ 3195447 w 5239337"/>
              <a:gd name="csY38" fmla="*/ 2064616 h 4140792"/>
              <a:gd name="csX39" fmla="*/ 3399476 w 5239337"/>
              <a:gd name="csY39" fmla="*/ 1892210 h 4140792"/>
              <a:gd name="csX40" fmla="*/ 3469010 w 5239337"/>
              <a:gd name="csY40" fmla="*/ 1772383 h 4140792"/>
              <a:gd name="csX41" fmla="*/ 3320798 w 5239337"/>
              <a:gd name="csY41" fmla="*/ 1643921 h 4140792"/>
              <a:gd name="csX42" fmla="*/ 3408493 w 5239337"/>
              <a:gd name="csY42" fmla="*/ 1493868 h 4140792"/>
              <a:gd name="csX43" fmla="*/ 3515048 w 5239337"/>
              <a:gd name="csY43" fmla="*/ 1382169 h 4140792"/>
              <a:gd name="csX44" fmla="*/ 3724221 w 5239337"/>
              <a:gd name="csY44" fmla="*/ 1199032 h 4140792"/>
              <a:gd name="csX45" fmla="*/ 4036519 w 5239337"/>
              <a:gd name="csY45" fmla="*/ 714265 h 4140792"/>
              <a:gd name="csX46" fmla="*/ 4040393 w 5239337"/>
              <a:gd name="csY46" fmla="*/ 636857 h 4140792"/>
              <a:gd name="csX47" fmla="*/ 4122944 w 5239337"/>
              <a:gd name="csY47" fmla="*/ 588850 h 4140792"/>
              <a:gd name="csX48" fmla="*/ 4193938 w 5239337"/>
              <a:gd name="csY48" fmla="*/ 574054 h 4140792"/>
              <a:gd name="csX49" fmla="*/ 4216228 w 5239337"/>
              <a:gd name="csY49" fmla="*/ 519824 h 4140792"/>
              <a:gd name="csX50" fmla="*/ 4345769 w 5239337"/>
              <a:gd name="csY50" fmla="*/ 447941 h 4140792"/>
              <a:gd name="csX51" fmla="*/ 4612919 w 5239337"/>
              <a:gd name="csY51" fmla="*/ 277695 h 4140792"/>
              <a:gd name="csX52" fmla="*/ 4803168 w 5239337"/>
              <a:gd name="csY52" fmla="*/ 96716 h 4140792"/>
              <a:gd name="csX53" fmla="*/ 4766227 w 5239337"/>
              <a:gd name="csY53" fmla="*/ 38319 h 4140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5239337" h="4140792">
                <a:moveTo>
                  <a:pt x="4768858" y="0"/>
                </a:moveTo>
                <a:lnTo>
                  <a:pt x="4798123" y="0"/>
                </a:lnTo>
                <a:lnTo>
                  <a:pt x="4799033" y="1516"/>
                </a:lnTo>
                <a:cubicBezTo>
                  <a:pt x="4832192" y="42340"/>
                  <a:pt x="4879068" y="72904"/>
                  <a:pt x="4901404" y="120720"/>
                </a:cubicBezTo>
                <a:cubicBezTo>
                  <a:pt x="4936775" y="196350"/>
                  <a:pt x="4891308" y="276234"/>
                  <a:pt x="4906992" y="351419"/>
                </a:cubicBezTo>
                <a:cubicBezTo>
                  <a:pt x="4920264" y="414920"/>
                  <a:pt x="4921026" y="378598"/>
                  <a:pt x="4962746" y="406475"/>
                </a:cubicBezTo>
                <a:cubicBezTo>
                  <a:pt x="4970557" y="411745"/>
                  <a:pt x="4993163" y="409523"/>
                  <a:pt x="5002435" y="414031"/>
                </a:cubicBezTo>
                <a:cubicBezTo>
                  <a:pt x="5021993" y="423557"/>
                  <a:pt x="5016849" y="443115"/>
                  <a:pt x="5032026" y="454672"/>
                </a:cubicBezTo>
                <a:cubicBezTo>
                  <a:pt x="5097432" y="504330"/>
                  <a:pt x="5129818" y="505092"/>
                  <a:pt x="5207670" y="462673"/>
                </a:cubicBezTo>
                <a:cubicBezTo>
                  <a:pt x="5219989" y="516332"/>
                  <a:pt x="5203860" y="567831"/>
                  <a:pt x="5210019" y="612599"/>
                </a:cubicBezTo>
                <a:cubicBezTo>
                  <a:pt x="5218719" y="676164"/>
                  <a:pt x="5253708" y="715725"/>
                  <a:pt x="5232753" y="785703"/>
                </a:cubicBezTo>
                <a:cubicBezTo>
                  <a:pt x="5196050" y="908769"/>
                  <a:pt x="5174586" y="922421"/>
                  <a:pt x="5050060" y="922421"/>
                </a:cubicBezTo>
                <a:lnTo>
                  <a:pt x="4102560" y="3806514"/>
                </a:lnTo>
                <a:lnTo>
                  <a:pt x="3744524" y="4140792"/>
                </a:lnTo>
                <a:lnTo>
                  <a:pt x="3663791" y="4140792"/>
                </a:lnTo>
                <a:lnTo>
                  <a:pt x="511827" y="3659382"/>
                </a:lnTo>
                <a:lnTo>
                  <a:pt x="272936" y="2802435"/>
                </a:lnTo>
                <a:lnTo>
                  <a:pt x="1659" y="2494010"/>
                </a:lnTo>
                <a:cubicBezTo>
                  <a:pt x="4263" y="2376533"/>
                  <a:pt x="-4246" y="2239180"/>
                  <a:pt x="2993" y="2115226"/>
                </a:cubicBezTo>
                <a:cubicBezTo>
                  <a:pt x="51127" y="2173139"/>
                  <a:pt x="93228" y="2111607"/>
                  <a:pt x="142759" y="2097128"/>
                </a:cubicBezTo>
                <a:cubicBezTo>
                  <a:pt x="233184" y="2070712"/>
                  <a:pt x="245122" y="2115607"/>
                  <a:pt x="200862" y="2191046"/>
                </a:cubicBezTo>
                <a:cubicBezTo>
                  <a:pt x="285573" y="2231687"/>
                  <a:pt x="274523" y="2465879"/>
                  <a:pt x="280493" y="2549002"/>
                </a:cubicBezTo>
                <a:cubicBezTo>
                  <a:pt x="368505" y="2512679"/>
                  <a:pt x="424259" y="2489374"/>
                  <a:pt x="525480" y="2503345"/>
                </a:cubicBezTo>
                <a:cubicBezTo>
                  <a:pt x="617112" y="2515982"/>
                  <a:pt x="733001" y="2515474"/>
                  <a:pt x="825205" y="2541382"/>
                </a:cubicBezTo>
                <a:cubicBezTo>
                  <a:pt x="875244" y="2439272"/>
                  <a:pt x="949667" y="2356657"/>
                  <a:pt x="1047205" y="2295061"/>
                </a:cubicBezTo>
                <a:cubicBezTo>
                  <a:pt x="1087338" y="2269661"/>
                  <a:pt x="1139027" y="2242990"/>
                  <a:pt x="1182716" y="2222035"/>
                </a:cubicBezTo>
                <a:cubicBezTo>
                  <a:pt x="1194527" y="2216383"/>
                  <a:pt x="1209704" y="2187490"/>
                  <a:pt x="1217959" y="2185585"/>
                </a:cubicBezTo>
                <a:cubicBezTo>
                  <a:pt x="1247932" y="2178473"/>
                  <a:pt x="1306226" y="2211557"/>
                  <a:pt x="1338167" y="2216828"/>
                </a:cubicBezTo>
                <a:cubicBezTo>
                  <a:pt x="1493364" y="2242419"/>
                  <a:pt x="1647481" y="2339957"/>
                  <a:pt x="1789977" y="2220701"/>
                </a:cubicBezTo>
                <a:cubicBezTo>
                  <a:pt x="1783564" y="2361102"/>
                  <a:pt x="1915328" y="2270804"/>
                  <a:pt x="1984418" y="2274804"/>
                </a:cubicBezTo>
                <a:cubicBezTo>
                  <a:pt x="1993054" y="2275312"/>
                  <a:pt x="2087861" y="2297665"/>
                  <a:pt x="2097259" y="2303062"/>
                </a:cubicBezTo>
                <a:cubicBezTo>
                  <a:pt x="2139678" y="2327256"/>
                  <a:pt x="2142345" y="2389805"/>
                  <a:pt x="2208259" y="2407204"/>
                </a:cubicBezTo>
                <a:cubicBezTo>
                  <a:pt x="2344913" y="2443273"/>
                  <a:pt x="2538274" y="2312397"/>
                  <a:pt x="2676897" y="2267311"/>
                </a:cubicBezTo>
                <a:cubicBezTo>
                  <a:pt x="2724904" y="2251690"/>
                  <a:pt x="2754559" y="2231497"/>
                  <a:pt x="2795644" y="2215939"/>
                </a:cubicBezTo>
                <a:cubicBezTo>
                  <a:pt x="2848160" y="2196063"/>
                  <a:pt x="2853049" y="2261660"/>
                  <a:pt x="2857431" y="2164058"/>
                </a:cubicBezTo>
                <a:cubicBezTo>
                  <a:pt x="2858955" y="2128371"/>
                  <a:pt x="2840031" y="2059155"/>
                  <a:pt x="2827839" y="2027023"/>
                </a:cubicBezTo>
                <a:cubicBezTo>
                  <a:pt x="2868988" y="2017053"/>
                  <a:pt x="2898071" y="2047280"/>
                  <a:pt x="2930140" y="2042200"/>
                </a:cubicBezTo>
                <a:cubicBezTo>
                  <a:pt x="2973447" y="2035342"/>
                  <a:pt x="2997768" y="1983842"/>
                  <a:pt x="3035361" y="1979715"/>
                </a:cubicBezTo>
                <a:cubicBezTo>
                  <a:pt x="3136201" y="1968602"/>
                  <a:pt x="3090861" y="2110210"/>
                  <a:pt x="3195447" y="2064616"/>
                </a:cubicBezTo>
                <a:cubicBezTo>
                  <a:pt x="3259647" y="2036675"/>
                  <a:pt x="3346389" y="1938566"/>
                  <a:pt x="3399476" y="1892210"/>
                </a:cubicBezTo>
                <a:cubicBezTo>
                  <a:pt x="3451801" y="1846553"/>
                  <a:pt x="3477456" y="1835821"/>
                  <a:pt x="3469010" y="1772383"/>
                </a:cubicBezTo>
                <a:cubicBezTo>
                  <a:pt x="3460374" y="1707739"/>
                  <a:pt x="3390395" y="1620425"/>
                  <a:pt x="3320798" y="1643921"/>
                </a:cubicBezTo>
                <a:cubicBezTo>
                  <a:pt x="3312289" y="1595279"/>
                  <a:pt x="3383728" y="1528793"/>
                  <a:pt x="3408493" y="1493868"/>
                </a:cubicBezTo>
                <a:cubicBezTo>
                  <a:pt x="3441831" y="1446813"/>
                  <a:pt x="3472756" y="1424397"/>
                  <a:pt x="3515048" y="1382169"/>
                </a:cubicBezTo>
                <a:cubicBezTo>
                  <a:pt x="3587058" y="1310159"/>
                  <a:pt x="3654306" y="1257707"/>
                  <a:pt x="3724221" y="1199032"/>
                </a:cubicBezTo>
                <a:cubicBezTo>
                  <a:pt x="3899801" y="1051583"/>
                  <a:pt x="4063698" y="967444"/>
                  <a:pt x="4036519" y="714265"/>
                </a:cubicBezTo>
                <a:cubicBezTo>
                  <a:pt x="4030233" y="655145"/>
                  <a:pt x="3996006" y="684038"/>
                  <a:pt x="4040393" y="636857"/>
                </a:cubicBezTo>
                <a:cubicBezTo>
                  <a:pt x="4055252" y="621109"/>
                  <a:pt x="4103005" y="597550"/>
                  <a:pt x="4122944" y="588850"/>
                </a:cubicBezTo>
                <a:cubicBezTo>
                  <a:pt x="4145678" y="578880"/>
                  <a:pt x="4173872" y="588151"/>
                  <a:pt x="4193938" y="574054"/>
                </a:cubicBezTo>
                <a:cubicBezTo>
                  <a:pt x="4211147" y="562116"/>
                  <a:pt x="4197939" y="535128"/>
                  <a:pt x="4216228" y="519824"/>
                </a:cubicBezTo>
                <a:cubicBezTo>
                  <a:pt x="4253185" y="488963"/>
                  <a:pt x="4306018" y="470039"/>
                  <a:pt x="4345769" y="447941"/>
                </a:cubicBezTo>
                <a:cubicBezTo>
                  <a:pt x="4437021" y="397204"/>
                  <a:pt x="4519826" y="323288"/>
                  <a:pt x="4612919" y="277695"/>
                </a:cubicBezTo>
                <a:cubicBezTo>
                  <a:pt x="4738714" y="215972"/>
                  <a:pt x="4746906" y="213812"/>
                  <a:pt x="4803168" y="96716"/>
                </a:cubicBezTo>
                <a:cubicBezTo>
                  <a:pt x="4774561" y="86683"/>
                  <a:pt x="4766846" y="64474"/>
                  <a:pt x="4766227" y="3831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ore42 | Sovereign AI and Cloud Solutions">
            <a:extLst>
              <a:ext uri="{FF2B5EF4-FFF2-40B4-BE49-F238E27FC236}">
                <a16:creationId xmlns:a16="http://schemas.microsoft.com/office/drawing/2014/main" id="{F5C22CEA-AFB6-E9D6-4371-8AD7F7573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660" y="2111364"/>
            <a:ext cx="583735" cy="63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Graphic 22" descr="Coins outline">
            <a:extLst>
              <a:ext uri="{FF2B5EF4-FFF2-40B4-BE49-F238E27FC236}">
                <a16:creationId xmlns:a16="http://schemas.microsoft.com/office/drawing/2014/main" id="{EAEBBA67-C68F-0327-3AE1-3EB787B30B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5875" y="4278067"/>
            <a:ext cx="377483" cy="37748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5A478F1-AF0A-90F6-F8E2-9570B8F5F6BE}"/>
              </a:ext>
            </a:extLst>
          </p:cNvPr>
          <p:cNvGrpSpPr/>
          <p:nvPr/>
        </p:nvGrpSpPr>
        <p:grpSpPr>
          <a:xfrm>
            <a:off x="5874221" y="4858006"/>
            <a:ext cx="314591" cy="340082"/>
            <a:chOff x="5874221" y="4731006"/>
            <a:chExt cx="314591" cy="3400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1ABAA0-86CA-CBDD-9CDA-8FEF994D9E57}"/>
                </a:ext>
              </a:extLst>
            </p:cNvPr>
            <p:cNvSpPr/>
            <p:nvPr/>
          </p:nvSpPr>
          <p:spPr>
            <a:xfrm>
              <a:off x="5874221" y="4731006"/>
              <a:ext cx="314591" cy="340082"/>
            </a:xfrm>
            <a:prstGeom prst="ellipse">
              <a:avLst/>
            </a:prstGeom>
            <a:solidFill>
              <a:srgbClr val="EAD5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400" b="1" dirty="0">
                <a:solidFill>
                  <a:srgbClr val="C3922E">
                    <a:lumMod val="50000"/>
                  </a:srgbClr>
                </a:solidFill>
                <a:latin typeface="Avenir Next LT Pro Regular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 dirty="0">
                  <a:solidFill>
                    <a:srgbClr val="C3922E">
                      <a:lumMod val="50000"/>
                    </a:srgbClr>
                  </a:solidFill>
                  <a:latin typeface="Avenir Next LT Pro Regular"/>
                </a:rPr>
                <a:t>Sonnet 4.6</a:t>
              </a:r>
              <a:endParaRPr kumimoji="0" lang="en-AE" sz="4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BCC1CB9-5835-B0EC-A32F-B24E2313E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1666" y="4776171"/>
              <a:ext cx="134334" cy="134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E2FB4E-6BD8-7427-A0DA-0DF5AD98DC9B}"/>
              </a:ext>
            </a:extLst>
          </p:cNvPr>
          <p:cNvGrpSpPr/>
          <p:nvPr/>
        </p:nvGrpSpPr>
        <p:grpSpPr>
          <a:xfrm>
            <a:off x="5886921" y="5251706"/>
            <a:ext cx="314591" cy="340082"/>
            <a:chOff x="5886921" y="5124706"/>
            <a:chExt cx="314591" cy="34008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63ABA24-1B23-0537-55BF-D74F0E9E6C98}"/>
                </a:ext>
              </a:extLst>
            </p:cNvPr>
            <p:cNvSpPr/>
            <p:nvPr/>
          </p:nvSpPr>
          <p:spPr>
            <a:xfrm>
              <a:off x="5886921" y="5124706"/>
              <a:ext cx="314591" cy="340082"/>
            </a:xfrm>
            <a:prstGeom prst="ellipse">
              <a:avLst/>
            </a:prstGeom>
            <a:solidFill>
              <a:srgbClr val="EAD5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400" b="1" dirty="0">
                <a:solidFill>
                  <a:srgbClr val="C3922E">
                    <a:lumMod val="50000"/>
                  </a:srgbClr>
                </a:solidFill>
                <a:latin typeface="Avenir Next LT Pro Regular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 dirty="0">
                  <a:solidFill>
                    <a:srgbClr val="C3922E">
                      <a:lumMod val="50000"/>
                    </a:srgbClr>
                  </a:solidFill>
                  <a:latin typeface="Avenir Next LT Pro Regular"/>
                </a:rPr>
                <a:t>Kimi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 dirty="0">
                  <a:solidFill>
                    <a:srgbClr val="C3922E">
                      <a:lumMod val="50000"/>
                    </a:srgbClr>
                  </a:solidFill>
                  <a:latin typeface="Avenir Next LT Pro Regular"/>
                </a:rPr>
                <a:t>K-2.5</a:t>
              </a:r>
              <a:endParaRPr kumimoji="0" lang="en-AE" sz="400" b="1" i="0" u="none" strike="noStrike" kern="1200" cap="none" spc="0" normalizeH="0" baseline="0" noProof="0" dirty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endParaRP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AACAAC75-4988-3F81-64F6-3BC4FFEB8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7936" y="5165628"/>
              <a:ext cx="135469" cy="1354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048CEC-7CC7-A761-C8B1-F4890B8F4581}"/>
              </a:ext>
            </a:extLst>
          </p:cNvPr>
          <p:cNvSpPr/>
          <p:nvPr/>
        </p:nvSpPr>
        <p:spPr>
          <a:xfrm>
            <a:off x="4455179" y="4475979"/>
            <a:ext cx="926537" cy="3231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Avenir Next LT Pro Regular"/>
              </a:rPr>
              <a:t>UAE Hosted: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Avenir Next LT Pro Regular"/>
              </a:rPr>
              <a:t>For </a:t>
            </a: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Classified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FDDC14-EE59-CB1C-64BB-5D5634D4A9B6}"/>
              </a:ext>
            </a:extLst>
          </p:cNvPr>
          <p:cNvSpPr/>
          <p:nvPr/>
        </p:nvSpPr>
        <p:spPr>
          <a:xfrm>
            <a:off x="5402640" y="4475979"/>
            <a:ext cx="926537" cy="3231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Avenir Next LT Pro Regular"/>
              </a:rPr>
              <a:t>Hosted Out of UAE: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Avenir Next LT Pro Regular"/>
              </a:rPr>
              <a:t>For </a:t>
            </a: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Classified Data</a:t>
            </a:r>
          </a:p>
        </p:txBody>
      </p:sp>
    </p:spTree>
    <p:extLst>
      <p:ext uri="{BB962C8B-B14F-4D97-AF65-F5344CB8AC3E}">
        <p14:creationId xmlns:p14="http://schemas.microsoft.com/office/powerpoint/2010/main" val="275370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D9FF-2FB6-4B34-B71E-5A46055D5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71C463-46E7-7C8A-6367-CEC00B1CDA26}"/>
              </a:ext>
            </a:extLst>
          </p:cNvPr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666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4708C0-8BB2-30AD-F3F0-BD9CC52F52AC}"/>
              </a:ext>
            </a:extLst>
          </p:cNvPr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Fundamentals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4F5479-E980-AAB3-393A-E94FA1BC5F5E}"/>
              </a:ext>
            </a:extLst>
          </p:cNvPr>
          <p:cNvSpPr/>
          <p:nvPr/>
        </p:nvSpPr>
        <p:spPr>
          <a:xfrm>
            <a:off x="487680" y="45720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How Modern AI Works — Without the Jargon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478745D-C7A3-6E9F-628B-30DF3AE37B8B}"/>
              </a:ext>
            </a:extLst>
          </p:cNvPr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02E7B3F-E12F-8D87-B9CD-455554D4C368}"/>
              </a:ext>
            </a:extLst>
          </p:cNvPr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A39E5AB-B5C1-89FA-B16E-BD1287A2E43A}"/>
              </a:ext>
            </a:extLst>
          </p:cNvPr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056B48D-7B9B-9659-8B38-ECEF59783F1A}"/>
              </a:ext>
            </a:extLst>
          </p:cNvPr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67EA62F-D37B-C28D-2A63-06C5C6F59516}"/>
              </a:ext>
            </a:extLst>
          </p:cNvPr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1BA00D-F464-91BC-5BAE-97E222B08BA8}"/>
              </a:ext>
            </a:extLst>
          </p:cNvPr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3 / 30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375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How AI Learns &amp; Responds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Think of AI as an extraordinarily well-read advisor — not a magic oracle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76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💬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YOU ASK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36576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 question, command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or document upload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2926080" y="2679336"/>
            <a:ext cx="304800" cy="73152"/>
          </a:xfrm>
          <a:prstGeom prst="rect">
            <a:avLst/>
          </a:prstGeom>
          <a:solidFill>
            <a:srgbClr val="3F434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2901696" y="2316480"/>
            <a:ext cx="365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Aptos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3088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323088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⚙️</a:t>
            </a:r>
            <a:endParaRPr lang="en-US" sz="3733" dirty="0"/>
          </a:p>
        </p:txBody>
      </p:sp>
      <p:sp>
        <p:nvSpPr>
          <p:cNvPr id="13" name="Text 11"/>
          <p:cNvSpPr/>
          <p:nvPr/>
        </p:nvSpPr>
        <p:spPr>
          <a:xfrm>
            <a:off x="3230880" y="23774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PROCESSES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323088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Searches billions of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patterns it was trained on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791200" y="2679336"/>
            <a:ext cx="304800" cy="73152"/>
          </a:xfrm>
          <a:prstGeom prst="rect">
            <a:avLst/>
          </a:prstGeom>
          <a:solidFill>
            <a:srgbClr val="3F434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5766816" y="2316480"/>
            <a:ext cx="365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Aptos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9600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8" name="Text 16"/>
          <p:cNvSpPr/>
          <p:nvPr/>
        </p:nvSpPr>
        <p:spPr>
          <a:xfrm>
            <a:off x="609600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📄</a:t>
            </a:r>
            <a:endParaRPr lang="en-US" sz="3733" dirty="0"/>
          </a:p>
        </p:txBody>
      </p:sp>
      <p:sp>
        <p:nvSpPr>
          <p:cNvPr id="19" name="Text 17"/>
          <p:cNvSpPr/>
          <p:nvPr/>
        </p:nvSpPr>
        <p:spPr>
          <a:xfrm>
            <a:off x="6096000" y="23774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RESPONDS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09600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Generates the most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probable answer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656320" y="2679336"/>
            <a:ext cx="304800" cy="73152"/>
          </a:xfrm>
          <a:prstGeom prst="rect">
            <a:avLst/>
          </a:prstGeom>
          <a:solidFill>
            <a:srgbClr val="3F434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8631936" y="2316480"/>
            <a:ext cx="365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Aptos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6112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896112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✅</a:t>
            </a:r>
            <a:endParaRPr lang="en-US" sz="3733" dirty="0"/>
          </a:p>
        </p:txBody>
      </p:sp>
      <p:sp>
        <p:nvSpPr>
          <p:cNvPr id="25" name="Text 23"/>
          <p:cNvSpPr/>
          <p:nvPr/>
        </p:nvSpPr>
        <p:spPr>
          <a:xfrm>
            <a:off x="8961120" y="248968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YOU DECIDE OR </a:t>
            </a:r>
          </a:p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DECIDE</a:t>
            </a:r>
          </a:p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467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(WITH PRE-TEACHING)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896112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Review, verify, and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365760" y="4328160"/>
            <a:ext cx="3596640" cy="213360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8" name="Shape 26"/>
          <p:cNvSpPr/>
          <p:nvPr/>
        </p:nvSpPr>
        <p:spPr>
          <a:xfrm>
            <a:off x="365760" y="4328160"/>
            <a:ext cx="3596640" cy="609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9" name="Text 27"/>
          <p:cNvSpPr/>
          <p:nvPr/>
        </p:nvSpPr>
        <p:spPr>
          <a:xfrm>
            <a:off x="548640" y="4450080"/>
            <a:ext cx="323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Analogy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548640" y="4852416"/>
            <a:ext cx="323088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is like a brilliant library researcher. It finds the most relevant answer from everything it has read — but it hasn't lived in YOUR ministry.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4267200" y="4328160"/>
            <a:ext cx="3596640" cy="213360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32" name="Shape 30"/>
          <p:cNvSpPr/>
          <p:nvPr/>
        </p:nvSpPr>
        <p:spPr>
          <a:xfrm>
            <a:off x="4267200" y="4328160"/>
            <a:ext cx="3596640" cy="609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3" name="Text 31"/>
          <p:cNvSpPr/>
          <p:nvPr/>
        </p:nvSpPr>
        <p:spPr>
          <a:xfrm>
            <a:off x="4450080" y="4450080"/>
            <a:ext cx="323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1467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50080" y="4852416"/>
            <a:ext cx="323088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does not 'know' facts like a human — it predicts what text should come next based on patterns. This is why verification matters.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8168640" y="4328160"/>
            <a:ext cx="3596640" cy="213360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36" name="Shape 34"/>
          <p:cNvSpPr/>
          <p:nvPr/>
        </p:nvSpPr>
        <p:spPr>
          <a:xfrm>
            <a:off x="8168640" y="4328160"/>
            <a:ext cx="3596640" cy="609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7" name="Text 35"/>
          <p:cNvSpPr/>
          <p:nvPr/>
        </p:nvSpPr>
        <p:spPr>
          <a:xfrm>
            <a:off x="8351520" y="4450080"/>
            <a:ext cx="323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Remember</a:t>
            </a:r>
            <a:endParaRPr lang="en-US" sz="1467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51520" y="4852416"/>
            <a:ext cx="323088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Accuracy ≠ Confidence. AI can sound very certain while being wrong. Always apply human judgment to important outputs.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4 / 30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3 Concepts Every Executive Must Know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158240"/>
            <a:ext cx="3596640" cy="524256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5" name="Shape 3"/>
          <p:cNvSpPr/>
          <p:nvPr/>
        </p:nvSpPr>
        <p:spPr>
          <a:xfrm>
            <a:off x="365760" y="1158240"/>
            <a:ext cx="3596640" cy="12192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365760" y="1194816"/>
            <a:ext cx="359664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/>
              </a:rPr>
              <a:t>💬  01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596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The Prompt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548640" y="2499360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333333"/>
                </a:solidFill>
                <a:latin typeface="Aptos"/>
              </a:rPr>
              <a:t>WHAT IT IS</a:t>
            </a:r>
            <a:endParaRPr lang="en-US" sz="1067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323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instruction or question you give the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333333"/>
                </a:solidFill>
                <a:latin typeface="Aptos"/>
              </a:rPr>
              <a:t>ANALOGY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548640" y="3718560"/>
            <a:ext cx="323088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Like a brief to your team — the clearer the brief, the better the output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48640" y="4608576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333333"/>
                </a:solidFill>
                <a:latin typeface="Aptos"/>
              </a:rPr>
              <a:t>FOR YOU AS LEADER</a:t>
            </a:r>
            <a:endParaRPr lang="en-US" sz="1067" dirty="0"/>
          </a:p>
        </p:txBody>
      </p:sp>
      <p:sp>
        <p:nvSpPr>
          <p:cNvPr id="13" name="Text 11"/>
          <p:cNvSpPr/>
          <p:nvPr/>
        </p:nvSpPr>
        <p:spPr>
          <a:xfrm>
            <a:off x="548640" y="4888992"/>
            <a:ext cx="323088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Executives who learn to give precise instructions get dramatically better results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4267200" y="1158240"/>
            <a:ext cx="3596640" cy="524256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5" name="Shape 13"/>
          <p:cNvSpPr/>
          <p:nvPr/>
        </p:nvSpPr>
        <p:spPr>
          <a:xfrm>
            <a:off x="4267200" y="1158240"/>
            <a:ext cx="3596640" cy="12192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4267200" y="1194816"/>
            <a:ext cx="359664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/>
              </a:rPr>
              <a:t>📋  02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4267200" y="1645920"/>
            <a:ext cx="3596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Context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4450080" y="2499360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WHAT IT IS</a:t>
            </a:r>
            <a:endParaRPr lang="en-US" sz="1067" dirty="0"/>
          </a:p>
        </p:txBody>
      </p:sp>
      <p:sp>
        <p:nvSpPr>
          <p:cNvPr id="19" name="Text 17"/>
          <p:cNvSpPr/>
          <p:nvPr/>
        </p:nvSpPr>
        <p:spPr>
          <a:xfrm>
            <a:off x="4450080" y="2779776"/>
            <a:ext cx="323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background information AI uses to answer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50080" y="3438144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ANALOGY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4450080" y="3718560"/>
            <a:ext cx="323088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Like onboarding a new hire — the more context you provide, the smarter the response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4450080" y="4608576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FOR YOU AS LEADER</a:t>
            </a:r>
            <a:endParaRPr lang="en-US" sz="1067" dirty="0"/>
          </a:p>
        </p:txBody>
      </p:sp>
      <p:sp>
        <p:nvSpPr>
          <p:cNvPr id="23" name="Text 21"/>
          <p:cNvSpPr/>
          <p:nvPr/>
        </p:nvSpPr>
        <p:spPr>
          <a:xfrm>
            <a:off x="4450080" y="4888992"/>
            <a:ext cx="323088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Connecting AI to your internal data (HR files, policies) is what makes it ministry-specific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168640" y="1158240"/>
            <a:ext cx="3596640" cy="524256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5" name="Shape 23"/>
          <p:cNvSpPr/>
          <p:nvPr/>
        </p:nvSpPr>
        <p:spPr>
          <a:xfrm>
            <a:off x="8168640" y="1158240"/>
            <a:ext cx="3596640" cy="12192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6" name="Text 24"/>
          <p:cNvSpPr/>
          <p:nvPr/>
        </p:nvSpPr>
        <p:spPr>
          <a:xfrm>
            <a:off x="8168640" y="1194816"/>
            <a:ext cx="359664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/>
              </a:rPr>
              <a:t>⚠️  03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8168640" y="1645920"/>
            <a:ext cx="3596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Confidence vs. Accuracy</a:t>
            </a:r>
            <a:endParaRPr lang="en-US" sz="2133" dirty="0"/>
          </a:p>
        </p:txBody>
      </p:sp>
      <p:sp>
        <p:nvSpPr>
          <p:cNvPr id="28" name="Text 26"/>
          <p:cNvSpPr/>
          <p:nvPr/>
        </p:nvSpPr>
        <p:spPr>
          <a:xfrm>
            <a:off x="8351520" y="2499360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WHAT IT IS</a:t>
            </a:r>
            <a:endParaRPr lang="en-US" sz="1067" dirty="0"/>
          </a:p>
        </p:txBody>
      </p:sp>
      <p:sp>
        <p:nvSpPr>
          <p:cNvPr id="29" name="Text 27"/>
          <p:cNvSpPr/>
          <p:nvPr/>
        </p:nvSpPr>
        <p:spPr>
          <a:xfrm>
            <a:off x="8351520" y="2779776"/>
            <a:ext cx="323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sounds confident even when it is wrong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51520" y="3438144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ANALOGY</a:t>
            </a:r>
            <a:endParaRPr lang="en-US" sz="1067" dirty="0"/>
          </a:p>
        </p:txBody>
      </p:sp>
      <p:sp>
        <p:nvSpPr>
          <p:cNvPr id="31" name="Text 29"/>
          <p:cNvSpPr/>
          <p:nvPr/>
        </p:nvSpPr>
        <p:spPr>
          <a:xfrm>
            <a:off x="8351520" y="3718560"/>
            <a:ext cx="323088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 very articulate advisor who occasionally misremembers facts — you wouldn't act on advice without checking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8351520" y="4608576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FOR YOU AS LEADER</a:t>
            </a:r>
            <a:endParaRPr lang="en-US" sz="1067" dirty="0"/>
          </a:p>
        </p:txBody>
      </p:sp>
      <p:sp>
        <p:nvSpPr>
          <p:cNvPr id="33" name="Text 31"/>
          <p:cNvSpPr/>
          <p:nvPr/>
        </p:nvSpPr>
        <p:spPr>
          <a:xfrm>
            <a:off x="8351520" y="4888992"/>
            <a:ext cx="323088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Never rely solely on AI output for high-stakes decisions without human review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5 / 30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666" dirty="0"/>
          </a:p>
        </p:txBody>
      </p:sp>
      <p:sp>
        <p:nvSpPr>
          <p:cNvPr id="4" name="Text 2"/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Agent Literacy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87680" y="45720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Agents Are, What They Can Do, and What They Cannot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/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/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/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/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6 / 30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Agents vs. Traditional Automation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Not all automation is the same — AI Agents are fundamentally different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352800" cy="6705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323088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779520" y="1463040"/>
            <a:ext cx="3718560" cy="6705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Text 6"/>
          <p:cNvSpPr/>
          <p:nvPr/>
        </p:nvSpPr>
        <p:spPr>
          <a:xfrm>
            <a:off x="3901440" y="1463040"/>
            <a:ext cx="359664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Traditional Automation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(e.g., Macros, RPA)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7559040" y="1463040"/>
            <a:ext cx="3718560" cy="6705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7680960" y="1463040"/>
            <a:ext cx="359664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487680" y="21945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Follows fixed rules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3779520" y="2194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4" name="Text 12"/>
          <p:cNvSpPr/>
          <p:nvPr/>
        </p:nvSpPr>
        <p:spPr>
          <a:xfrm>
            <a:off x="3901440" y="2194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Always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7559040" y="2194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7680960" y="2194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Can follow rules too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365760" y="28041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" name="Text 16"/>
          <p:cNvSpPr/>
          <p:nvPr/>
        </p:nvSpPr>
        <p:spPr>
          <a:xfrm>
            <a:off x="487680" y="28041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Understands language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3779520" y="2804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" name="Text 18"/>
          <p:cNvSpPr/>
          <p:nvPr/>
        </p:nvSpPr>
        <p:spPr>
          <a:xfrm>
            <a:off x="3901440" y="2804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Cannot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559040" y="2804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7680960" y="2804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Yes — natural language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365760" y="34137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487680" y="34137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Adapts to new situations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3779520" y="34137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" name="Text 24"/>
          <p:cNvSpPr/>
          <p:nvPr/>
        </p:nvSpPr>
        <p:spPr>
          <a:xfrm>
            <a:off x="3901440" y="34137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Breaks if rules change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7559040" y="34137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8" name="Text 26"/>
          <p:cNvSpPr/>
          <p:nvPr/>
        </p:nvSpPr>
        <p:spPr>
          <a:xfrm>
            <a:off x="7680960" y="34137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Reasons and adapts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0" name="Text 28"/>
          <p:cNvSpPr/>
          <p:nvPr/>
        </p:nvSpPr>
        <p:spPr>
          <a:xfrm>
            <a:off x="487680" y="40233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Handles unstructured data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3779520" y="40233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2" name="Text 30"/>
          <p:cNvSpPr/>
          <p:nvPr/>
        </p:nvSpPr>
        <p:spPr>
          <a:xfrm>
            <a:off x="3901440" y="40233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Structured data only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7559040" y="40233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4" name="Text 32"/>
          <p:cNvSpPr/>
          <p:nvPr/>
        </p:nvSpPr>
        <p:spPr>
          <a:xfrm>
            <a:off x="7680960" y="40233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Docs, emails, voice, video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365760" y="46329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6" name="Text 34"/>
          <p:cNvSpPr/>
          <p:nvPr/>
        </p:nvSpPr>
        <p:spPr>
          <a:xfrm>
            <a:off x="487680" y="46329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Works across systems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3779520" y="46329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8" name="Text 36"/>
          <p:cNvSpPr/>
          <p:nvPr/>
        </p:nvSpPr>
        <p:spPr>
          <a:xfrm>
            <a:off x="3901440" y="46329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⚠️  Requires custom coding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7559040" y="46329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0" name="Text 38"/>
          <p:cNvSpPr/>
          <p:nvPr/>
        </p:nvSpPr>
        <p:spPr>
          <a:xfrm>
            <a:off x="7680960" y="46329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Built-in integrations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365760" y="52425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2" name="Text 40"/>
          <p:cNvSpPr/>
          <p:nvPr/>
        </p:nvSpPr>
        <p:spPr>
          <a:xfrm>
            <a:off x="487680" y="52425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Explains its reasoning</a:t>
            </a:r>
            <a:endParaRPr lang="en-US" sz="1333" dirty="0"/>
          </a:p>
        </p:txBody>
      </p:sp>
      <p:sp>
        <p:nvSpPr>
          <p:cNvPr id="43" name="Shape 41"/>
          <p:cNvSpPr/>
          <p:nvPr/>
        </p:nvSpPr>
        <p:spPr>
          <a:xfrm>
            <a:off x="3779520" y="5242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4" name="Text 42"/>
          <p:cNvSpPr/>
          <p:nvPr/>
        </p:nvSpPr>
        <p:spPr>
          <a:xfrm>
            <a:off x="3901440" y="5242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333" dirty="0"/>
          </a:p>
        </p:txBody>
      </p:sp>
      <p:sp>
        <p:nvSpPr>
          <p:cNvPr id="45" name="Shape 43"/>
          <p:cNvSpPr/>
          <p:nvPr/>
        </p:nvSpPr>
        <p:spPr>
          <a:xfrm>
            <a:off x="7559040" y="5242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6" name="Text 44"/>
          <p:cNvSpPr/>
          <p:nvPr/>
        </p:nvSpPr>
        <p:spPr>
          <a:xfrm>
            <a:off x="7680960" y="5242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Auditable trail</a:t>
            </a:r>
            <a:endParaRPr lang="en-US" sz="1333" dirty="0"/>
          </a:p>
        </p:txBody>
      </p:sp>
      <p:sp>
        <p:nvSpPr>
          <p:cNvPr id="47" name="Shape 45"/>
          <p:cNvSpPr/>
          <p:nvPr/>
        </p:nvSpPr>
        <p:spPr>
          <a:xfrm>
            <a:off x="365760" y="58521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8" name="Text 46"/>
          <p:cNvSpPr/>
          <p:nvPr/>
        </p:nvSpPr>
        <p:spPr>
          <a:xfrm>
            <a:off x="487680" y="58521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Learns from feedback</a:t>
            </a:r>
            <a:endParaRPr lang="en-US" sz="1333" dirty="0"/>
          </a:p>
        </p:txBody>
      </p:sp>
      <p:sp>
        <p:nvSpPr>
          <p:cNvPr id="49" name="Shape 47"/>
          <p:cNvSpPr/>
          <p:nvPr/>
        </p:nvSpPr>
        <p:spPr>
          <a:xfrm>
            <a:off x="3779520" y="5852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0" name="Text 48"/>
          <p:cNvSpPr/>
          <p:nvPr/>
        </p:nvSpPr>
        <p:spPr>
          <a:xfrm>
            <a:off x="3901440" y="5852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Must be reprogrammed</a:t>
            </a:r>
            <a:endParaRPr lang="en-US" sz="1333" dirty="0"/>
          </a:p>
        </p:txBody>
      </p:sp>
      <p:sp>
        <p:nvSpPr>
          <p:cNvPr id="51" name="Shape 49"/>
          <p:cNvSpPr/>
          <p:nvPr/>
        </p:nvSpPr>
        <p:spPr>
          <a:xfrm>
            <a:off x="7559040" y="5852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2" name="Text 50"/>
          <p:cNvSpPr/>
          <p:nvPr/>
        </p:nvSpPr>
        <p:spPr>
          <a:xfrm>
            <a:off x="7680960" y="5852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Improves over time</a:t>
            </a:r>
            <a:endParaRPr lang="en-US" sz="1333" dirty="0"/>
          </a:p>
        </p:txBody>
      </p:sp>
      <p:sp>
        <p:nvSpPr>
          <p:cNvPr id="53" name="Text 51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7 / 30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How an AI Agent Thinks &amp; Acts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 agent is not a chatbot — it takes autonomous action across systems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4630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487680" y="1828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PERCEIVE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487680" y="24384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Reads documents, emails,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dashboards, voice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4630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9" name="Text 7"/>
          <p:cNvSpPr/>
          <p:nvPr/>
        </p:nvSpPr>
        <p:spPr>
          <a:xfrm>
            <a:off x="4328160" y="1828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REASON</a:t>
            </a:r>
            <a:endParaRPr lang="en-US" sz="2133" dirty="0"/>
          </a:p>
        </p:txBody>
      </p:sp>
      <p:sp>
        <p:nvSpPr>
          <p:cNvPr id="10" name="Text 8"/>
          <p:cNvSpPr/>
          <p:nvPr/>
        </p:nvSpPr>
        <p:spPr>
          <a:xfrm>
            <a:off x="4328160" y="24384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Understands the task,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forms a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68640" y="14630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8168640" y="1828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8168640" y="24384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Executes tasks across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multiple systems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28160" y="39014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5" name="Text 13"/>
          <p:cNvSpPr/>
          <p:nvPr/>
        </p:nvSpPr>
        <p:spPr>
          <a:xfrm>
            <a:off x="4328160" y="4267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LEARN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4328160" y="48768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Improves based on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feedback &amp; 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25824" y="2072640"/>
            <a:ext cx="48768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→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7778496" y="2072640"/>
            <a:ext cx="48768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→</a:t>
            </a:r>
            <a:endParaRPr lang="en-US" sz="2933" dirty="0"/>
          </a:p>
        </p:txBody>
      </p:sp>
      <p:sp>
        <p:nvSpPr>
          <p:cNvPr id="19" name="Text 17"/>
          <p:cNvSpPr/>
          <p:nvPr/>
        </p:nvSpPr>
        <p:spPr>
          <a:xfrm>
            <a:off x="9144000" y="3535680"/>
            <a:ext cx="85344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↓</a:t>
            </a:r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7741920" y="4389120"/>
            <a:ext cx="48768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←</a:t>
            </a:r>
            <a:endParaRPr lang="en-US" sz="2933" dirty="0"/>
          </a:p>
        </p:txBody>
      </p:sp>
      <p:sp>
        <p:nvSpPr>
          <p:cNvPr id="21" name="Shape 19"/>
          <p:cNvSpPr/>
          <p:nvPr/>
        </p:nvSpPr>
        <p:spPr>
          <a:xfrm>
            <a:off x="487680" y="6096000"/>
            <a:ext cx="11033760" cy="48768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670560" y="6096000"/>
            <a:ext cx="1085088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📌  Example: HR Agent receives a leave request → checks policy → verifies entitlement → approves or escalates → notifies payroll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8 / 30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How an AI Agent Is Created &amp; Deployed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From business need to live operation — a governed, phased process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6" name="Shape 4"/>
          <p:cNvSpPr/>
          <p:nvPr/>
        </p:nvSpPr>
        <p:spPr>
          <a:xfrm>
            <a:off x="512064" y="16093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Text 5"/>
          <p:cNvSpPr/>
          <p:nvPr/>
        </p:nvSpPr>
        <p:spPr>
          <a:xfrm>
            <a:off x="512064" y="1609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1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19200" y="16459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</a:rPr>
              <a:t>DEFINE</a:t>
            </a:r>
          </a:p>
        </p:txBody>
      </p:sp>
      <p:sp>
        <p:nvSpPr>
          <p:cNvPr id="9" name="Shape 7"/>
          <p:cNvSpPr/>
          <p:nvPr/>
        </p:nvSpPr>
        <p:spPr>
          <a:xfrm>
            <a:off x="3169920" y="17068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3169920" y="17068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 1–2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22189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Identify use case, data sources, success metrics, and risk level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4630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3" name="Shape 11"/>
          <p:cNvSpPr/>
          <p:nvPr/>
        </p:nvSpPr>
        <p:spPr>
          <a:xfrm>
            <a:off x="4352544" y="16093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4" name="Text 12"/>
          <p:cNvSpPr/>
          <p:nvPr/>
        </p:nvSpPr>
        <p:spPr>
          <a:xfrm>
            <a:off x="4352544" y="1609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2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59680" y="16459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CONFIGURE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10400" y="17068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7" name="Text 15"/>
          <p:cNvSpPr/>
          <p:nvPr/>
        </p:nvSpPr>
        <p:spPr>
          <a:xfrm>
            <a:off x="7010400" y="17068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2–4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52544" y="22189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Connect data, set rules, define escalation paths and access controls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4630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0" name="Shape 18"/>
          <p:cNvSpPr/>
          <p:nvPr/>
        </p:nvSpPr>
        <p:spPr>
          <a:xfrm>
            <a:off x="8193024" y="16093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93024" y="1609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3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00160" y="16459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TEST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850880" y="17068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10850880" y="17068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4–6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93024" y="22189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Controlled pilot with selected users, output validation, edge case testing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9014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7" name="Shape 25"/>
          <p:cNvSpPr/>
          <p:nvPr/>
        </p:nvSpPr>
        <p:spPr>
          <a:xfrm>
            <a:off x="512064" y="40477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2064" y="40477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4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19200" y="40843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APPROVE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169920" y="41452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1" name="Text 29"/>
          <p:cNvSpPr/>
          <p:nvPr/>
        </p:nvSpPr>
        <p:spPr>
          <a:xfrm>
            <a:off x="3169920" y="41452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6–7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46573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Steering committee review, compliance sign-off, governance certification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06240" y="39014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34" name="Shape 32"/>
          <p:cNvSpPr/>
          <p:nvPr/>
        </p:nvSpPr>
        <p:spPr>
          <a:xfrm>
            <a:off x="4352544" y="40477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5" name="Text 33"/>
          <p:cNvSpPr/>
          <p:nvPr/>
        </p:nvSpPr>
        <p:spPr>
          <a:xfrm>
            <a:off x="4352544" y="40477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5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59680" y="40843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010400" y="41452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8" name="Text 36"/>
          <p:cNvSpPr/>
          <p:nvPr/>
        </p:nvSpPr>
        <p:spPr>
          <a:xfrm>
            <a:off x="7010400" y="41452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7–8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52544" y="46573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Phased rollout with monitoring dashboard, fallback procedures active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46720" y="39014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41" name="Shape 39"/>
          <p:cNvSpPr/>
          <p:nvPr/>
        </p:nvSpPr>
        <p:spPr>
          <a:xfrm>
            <a:off x="8193024" y="40477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8193024" y="40477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6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8900160" y="40843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0850880" y="41452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45" name="Text 43"/>
          <p:cNvSpPr/>
          <p:nvPr/>
        </p:nvSpPr>
        <p:spPr>
          <a:xfrm>
            <a:off x="10850880" y="41452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Ongoing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93024" y="46573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Continuous performance tracking, bias audits, feedback loops, improvement cycles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21 / 30</a:t>
            </a:r>
            <a:endParaRPr lang="en-US" sz="1200" dirty="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F88D1816-8D11-7C7E-6DF5-3A24B3BA5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1441" y="135912"/>
            <a:ext cx="517708" cy="701873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What AI Agents Can &amp; Cannot Do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158240"/>
            <a:ext cx="5486400" cy="6096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5" name="Text 3"/>
          <p:cNvSpPr/>
          <p:nvPr/>
        </p:nvSpPr>
        <p:spPr>
          <a:xfrm>
            <a:off x="365760" y="115824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✅  AI AGENTS CAN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Process thousands of documents in 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Answer policy questions 24/7 with consistent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72384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Draft reports, letters, and summaries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" name="Text 11"/>
          <p:cNvSpPr/>
          <p:nvPr/>
        </p:nvSpPr>
        <p:spPr>
          <a:xfrm>
            <a:off x="365760" y="3694176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Monitor dashboards and trigger alerts automatically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315968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" name="Text 13"/>
          <p:cNvSpPr/>
          <p:nvPr/>
        </p:nvSpPr>
        <p:spPr>
          <a:xfrm>
            <a:off x="365760" y="4315968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Translate documents across 100+ languages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937760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7" name="Text 15"/>
          <p:cNvSpPr/>
          <p:nvPr/>
        </p:nvSpPr>
        <p:spPr>
          <a:xfrm>
            <a:off x="365760" y="4937760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Execute multi-step workflows autonomously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5559552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" name="Text 17"/>
          <p:cNvSpPr/>
          <p:nvPr/>
        </p:nvSpPr>
        <p:spPr>
          <a:xfrm>
            <a:off x="365760" y="5559552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Search, rank, and surface the most relevant information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39840" y="1158240"/>
            <a:ext cx="5486400" cy="6096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1" name="Text 19"/>
          <p:cNvSpPr/>
          <p:nvPr/>
        </p:nvSpPr>
        <p:spPr>
          <a:xfrm>
            <a:off x="6339840" y="115824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⚠️  AI AGENTS CANNOT</a:t>
            </a:r>
            <a:endParaRPr lang="en-US" sz="1867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2E2A6F-D239-C2C4-0C65-A5E4806D2DDC}"/>
              </a:ext>
            </a:extLst>
          </p:cNvPr>
          <p:cNvGrpSpPr/>
          <p:nvPr/>
        </p:nvGrpSpPr>
        <p:grpSpPr>
          <a:xfrm>
            <a:off x="6339840" y="1828800"/>
            <a:ext cx="5486400" cy="4303776"/>
            <a:chOff x="4754880" y="1371600"/>
            <a:chExt cx="4114800" cy="2754231"/>
          </a:xfrm>
        </p:grpSpPr>
        <p:sp>
          <p:nvSpPr>
            <p:cNvPr id="22" name="Shape 20"/>
            <p:cNvSpPr/>
            <p:nvPr/>
          </p:nvSpPr>
          <p:spPr>
            <a:xfrm>
              <a:off x="4754880" y="1371600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23" name="Text 21"/>
            <p:cNvSpPr/>
            <p:nvPr/>
          </p:nvSpPr>
          <p:spPr>
            <a:xfrm>
              <a:off x="4754880" y="1371600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Replace senior judgment on strategic decisions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754880" y="1837944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25" name="Text 23"/>
            <p:cNvSpPr/>
            <p:nvPr/>
          </p:nvSpPr>
          <p:spPr>
            <a:xfrm>
              <a:off x="4754880" y="1837944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Guarantee factual accuracy without human review</a:t>
              </a:r>
              <a:endParaRPr lang="en-US" sz="14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54880" y="2297031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29" name="Text 27"/>
            <p:cNvSpPr/>
            <p:nvPr/>
          </p:nvSpPr>
          <p:spPr>
            <a:xfrm>
              <a:off x="4754880" y="2297031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Take legal or ethical responsibility for decisions</a:t>
              </a:r>
              <a:endParaRPr lang="en-US" sz="14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754880" y="2763375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31" name="Text 29"/>
            <p:cNvSpPr/>
            <p:nvPr/>
          </p:nvSpPr>
          <p:spPr>
            <a:xfrm>
              <a:off x="4754880" y="2763375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Operate without proper data security controls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754880" y="3229719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33" name="Text 31"/>
            <p:cNvSpPr/>
            <p:nvPr/>
          </p:nvSpPr>
          <p:spPr>
            <a:xfrm>
              <a:off x="4754880" y="3229719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Know things outside its training or data access</a:t>
              </a:r>
              <a:endParaRPr lang="en-US" sz="14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754880" y="3696063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35" name="Text 33"/>
            <p:cNvSpPr/>
            <p:nvPr/>
          </p:nvSpPr>
          <p:spPr>
            <a:xfrm>
              <a:off x="4754880" y="3696063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Work effectively without clear instructions, skills, context, training</a:t>
              </a:r>
              <a:endParaRPr lang="en-US" sz="14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9 / 30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C88F-C758-FF2C-BA69-55F6C9AD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2224D73-B64B-BF80-12AE-5BD9DB8866D1}"/>
              </a:ext>
            </a:extLst>
          </p:cNvPr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666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EB2011-8018-C259-1453-C0D5CAB7AC15}"/>
              </a:ext>
            </a:extLst>
          </p:cNvPr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Useful Prompts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39456B-049D-7349-39AF-11D4E5AD721B}"/>
              </a:ext>
            </a:extLst>
          </p:cNvPr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F80B10-38BC-6CE7-6057-CA67C292731D}"/>
              </a:ext>
            </a:extLst>
          </p:cNvPr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1565C4E-EBEB-4F0B-8416-DEE0B1984BDA}"/>
              </a:ext>
            </a:extLst>
          </p:cNvPr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A8D875-CE81-A233-067D-E411D295E476}"/>
              </a:ext>
            </a:extLst>
          </p:cNvPr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4DDE81-C006-4790-8708-C1BE8725D077}"/>
              </a:ext>
            </a:extLst>
          </p:cNvPr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3A5AA0A-635F-43FF-F6CB-78035B5BE1A0}"/>
              </a:ext>
            </a:extLst>
          </p:cNvPr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3 / 30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325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1D53E-786E-F76C-FEDD-96FE1E9D37AC}"/>
              </a:ext>
            </a:extLst>
          </p:cNvPr>
          <p:cNvSpPr txBox="1"/>
          <p:nvPr/>
        </p:nvSpPr>
        <p:spPr>
          <a:xfrm>
            <a:off x="381000" y="1281869"/>
            <a:ext cx="48490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Research the latest current event about the UAE leaving OPEC.</a:t>
            </a:r>
          </a:p>
          <a:p>
            <a:r>
              <a:rPr lang="en-US" sz="1400" dirty="0">
                <a:latin typeface="Aptos" panose="020B0004020202020204" pitchFamily="34" charset="0"/>
              </a:rPr>
              <a:t> </a:t>
            </a:r>
          </a:p>
          <a:p>
            <a:r>
              <a:rPr lang="en-US" sz="1400" dirty="0">
                <a:latin typeface="Aptos" panose="020B0004020202020204" pitchFamily="34" charset="0"/>
              </a:rPr>
              <a:t>Create a concise executive brief in a Word document covering:</a:t>
            </a:r>
            <a:br>
              <a:rPr lang="en-US" sz="1400" dirty="0">
                <a:latin typeface="Aptos" panose="020B0004020202020204" pitchFamily="34" charset="0"/>
              </a:rPr>
            </a:br>
            <a:r>
              <a:rPr lang="en-US" sz="1400" dirty="0">
                <a:latin typeface="Aptos" panose="020B0004020202020204" pitchFamily="34" charset="0"/>
              </a:rPr>
              <a:t>1. What happened</a:t>
            </a:r>
            <a:br>
              <a:rPr lang="en-US" sz="1400" dirty="0">
                <a:latin typeface="Aptos" panose="020B0004020202020204" pitchFamily="34" charset="0"/>
              </a:rPr>
            </a:br>
            <a:r>
              <a:rPr lang="en-US" sz="1400" dirty="0">
                <a:latin typeface="Aptos" panose="020B0004020202020204" pitchFamily="34" charset="0"/>
              </a:rPr>
              <a:t>2. Why it matters</a:t>
            </a:r>
            <a:br>
              <a:rPr lang="en-US" sz="1400" dirty="0">
                <a:latin typeface="Aptos" panose="020B0004020202020204" pitchFamily="34" charset="0"/>
              </a:rPr>
            </a:br>
            <a:r>
              <a:rPr lang="en-US" sz="1400" dirty="0">
                <a:latin typeface="Aptos" panose="020B0004020202020204" pitchFamily="34" charset="0"/>
              </a:rPr>
              <a:t>3. Key implications for the UAE, energy markets, and regional geopolitics</a:t>
            </a:r>
            <a:br>
              <a:rPr lang="en-US" sz="1400" dirty="0">
                <a:latin typeface="Aptos" panose="020B0004020202020204" pitchFamily="34" charset="0"/>
              </a:rPr>
            </a:br>
            <a:r>
              <a:rPr lang="en-US" sz="1400" dirty="0">
                <a:latin typeface="Aptos" panose="020B0004020202020204" pitchFamily="34" charset="0"/>
              </a:rPr>
              <a:t>4. Risks or uncertainties to monitor</a:t>
            </a:r>
            <a:br>
              <a:rPr lang="en-US" sz="1400" dirty="0">
                <a:latin typeface="Aptos" panose="020B0004020202020204" pitchFamily="34" charset="0"/>
              </a:rPr>
            </a:br>
            <a:r>
              <a:rPr lang="en-US" sz="1400" dirty="0">
                <a:latin typeface="Aptos" panose="020B0004020202020204" pitchFamily="34" charset="0"/>
              </a:rPr>
              <a:t>5. A short executive summary at the top</a:t>
            </a:r>
          </a:p>
          <a:p>
            <a:r>
              <a:rPr lang="en-US" sz="1400" dirty="0">
                <a:latin typeface="Aptos" panose="020B0004020202020204" pitchFamily="34" charset="0"/>
              </a:rPr>
              <a:t> </a:t>
            </a:r>
          </a:p>
          <a:p>
            <a:r>
              <a:rPr lang="en-US" sz="1400" dirty="0">
                <a:latin typeface="Aptos" panose="020B0004020202020204" pitchFamily="34" charset="0"/>
              </a:rPr>
              <a:t>Use credible and recent sources only, cite the sources in the document, and keep the tone formal and suitable for senior leadership.</a:t>
            </a:r>
          </a:p>
          <a:p>
            <a:r>
              <a:rPr lang="en-US" sz="1400" dirty="0">
                <a:latin typeface="Aptos" panose="020B0004020202020204" pitchFamily="34" charset="0"/>
              </a:rPr>
              <a:t> </a:t>
            </a:r>
          </a:p>
          <a:p>
            <a:r>
              <a:rPr lang="en-US" sz="1400" dirty="0">
                <a:latin typeface="Aptos" panose="020B0004020202020204" pitchFamily="34" charset="0"/>
              </a:rPr>
              <a:t>Once the Word document is ready, email it to </a:t>
            </a:r>
            <a:r>
              <a:rPr lang="en-US" sz="1400" dirty="0">
                <a:latin typeface="Aptos" panose="020B0004020202020204" pitchFamily="34" charset="0"/>
                <a:hlinkClick r:id="rId3"/>
              </a:rPr>
              <a:t>rohit.Khurana@eomod.gov.ae</a:t>
            </a:r>
            <a:r>
              <a:rPr lang="en-US" sz="1400" dirty="0">
                <a:latin typeface="Aptos" panose="020B0004020202020204" pitchFamily="34" charset="0"/>
              </a:rPr>
              <a:t> with a short professional message and the document attached.</a:t>
            </a:r>
          </a:p>
          <a:p>
            <a:endParaRPr lang="en-AE" sz="1400" dirty="0">
              <a:latin typeface="Aptos" panose="020B0004020202020204" pitchFamily="34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B4D215A-5836-A894-5E81-810508064947}"/>
              </a:ext>
            </a:extLst>
          </p:cNvPr>
          <p:cNvSpPr txBox="1">
            <a:spLocks/>
          </p:cNvSpPr>
          <p:nvPr/>
        </p:nvSpPr>
        <p:spPr>
          <a:xfrm>
            <a:off x="336550" y="34883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defPPr>
              <a:defRPr lang="ar-AE"/>
            </a:defPPr>
            <a:lvl1pPr>
              <a:defRPr sz="3733" b="1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r>
              <a:rPr lang="en-AE" dirty="0"/>
              <a:t>Prompt 1 – Researcher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C4A00-38DA-3D3F-36F1-C088284C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FB6B8D4-DAC1-39AF-F9E7-F607AC853DBD}"/>
              </a:ext>
            </a:extLst>
          </p:cNvPr>
          <p:cNvSpPr txBox="1">
            <a:spLocks/>
          </p:cNvSpPr>
          <p:nvPr/>
        </p:nvSpPr>
        <p:spPr>
          <a:xfrm>
            <a:off x="38100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defPPr>
              <a:defRPr lang="ar-AE"/>
            </a:defPPr>
            <a:lvl1pPr>
              <a:defRPr sz="3733" b="1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r>
              <a:rPr lang="en-AE" dirty="0"/>
              <a:t>Prompt 2 – RAG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450C1-4282-4E89-CEC4-B47C1AE7B126}"/>
              </a:ext>
            </a:extLst>
          </p:cNvPr>
          <p:cNvSpPr txBox="1"/>
          <p:nvPr/>
        </p:nvSpPr>
        <p:spPr>
          <a:xfrm>
            <a:off x="381000" y="1281869"/>
            <a:ext cx="48490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Using only the uploaded ADGM data protection documents as the source of truth, answer the following in a concise and verifiable way:</a:t>
            </a:r>
          </a:p>
          <a:p>
            <a:r>
              <a:rPr lang="en-US" sz="1400" dirty="0">
                <a:latin typeface="Aptos" panose="020B0004020202020204" pitchFamily="34" charset="0"/>
              </a:rPr>
              <a:t> </a:t>
            </a:r>
          </a:p>
          <a:p>
            <a:r>
              <a:rPr lang="en-US" sz="1400" dirty="0">
                <a:latin typeface="Aptos" panose="020B0004020202020204" pitchFamily="34" charset="0"/>
              </a:rPr>
              <a:t>1. What is personal data?</a:t>
            </a:r>
          </a:p>
          <a:p>
            <a:r>
              <a:rPr lang="en-US" sz="1400" dirty="0">
                <a:latin typeface="Aptos" panose="020B0004020202020204" pitchFamily="34" charset="0"/>
              </a:rPr>
              <a:t>2. What is special category personal data?</a:t>
            </a:r>
          </a:p>
          <a:p>
            <a:r>
              <a:rPr lang="en-US" sz="1400" dirty="0">
                <a:latin typeface="Aptos" panose="020B0004020202020204" pitchFamily="34" charset="0"/>
              </a:rPr>
              <a:t>3. What are the main principles for processing personal data?</a:t>
            </a:r>
          </a:p>
          <a:p>
            <a:r>
              <a:rPr lang="en-US" sz="1400" dirty="0">
                <a:latin typeface="Aptos" panose="020B0004020202020204" pitchFamily="34" charset="0"/>
              </a:rPr>
              <a:t>4. When can personal data be transferred outside ADGM?</a:t>
            </a:r>
          </a:p>
          <a:p>
            <a:r>
              <a:rPr lang="en-US" sz="1400" dirty="0">
                <a:latin typeface="Aptos" panose="020B0004020202020204" pitchFamily="34" charset="0"/>
              </a:rPr>
              <a:t>5. What should an organization do if there is a personal data breach?</a:t>
            </a:r>
          </a:p>
          <a:p>
            <a:r>
              <a:rPr lang="en-US" sz="1400" dirty="0">
                <a:latin typeface="Aptos" panose="020B0004020202020204" pitchFamily="34" charset="0"/>
              </a:rPr>
              <a:t> </a:t>
            </a:r>
          </a:p>
          <a:p>
            <a:r>
              <a:rPr lang="en-US" sz="1400" dirty="0">
                <a:latin typeface="Aptos" panose="020B0004020202020204" pitchFamily="34" charset="0"/>
              </a:rPr>
              <a:t>For each answer, mention the source document and section/article reference where possible.</a:t>
            </a:r>
          </a:p>
          <a:p>
            <a:r>
              <a:rPr lang="en-US" sz="1400" dirty="0">
                <a:latin typeface="Aptos" panose="020B0004020202020204" pitchFamily="34" charset="0"/>
              </a:rPr>
              <a:t> </a:t>
            </a:r>
          </a:p>
          <a:p>
            <a:r>
              <a:rPr lang="en-US" sz="1400" dirty="0">
                <a:latin typeface="Aptos" panose="020B0004020202020204" pitchFamily="34" charset="0"/>
              </a:rPr>
              <a:t>If an answer is not available in the uploaded documents, say: “Not found in the provided documents.”</a:t>
            </a:r>
          </a:p>
          <a:p>
            <a:r>
              <a:rPr lang="en-US" sz="1400" dirty="0">
                <a:latin typeface="Aptos" panose="020B0004020202020204" pitchFamily="34" charset="0"/>
              </a:rPr>
              <a:t>Do not guess or rely on external knowledge.</a:t>
            </a:r>
            <a:endParaRPr lang="en-AE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19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099F-F5AF-EAEE-CC9E-86641A1A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90E1-B9B7-3799-40EF-6B12424B3C83}"/>
              </a:ext>
            </a:extLst>
          </p:cNvPr>
          <p:cNvSpPr txBox="1">
            <a:spLocks/>
          </p:cNvSpPr>
          <p:nvPr/>
        </p:nvSpPr>
        <p:spPr>
          <a:xfrm>
            <a:off x="381000" y="381000"/>
            <a:ext cx="82486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defPPr>
              <a:defRPr lang="ar-AE"/>
            </a:defPPr>
            <a:lvl1pPr>
              <a:defRPr sz="3733" b="1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r>
              <a:rPr lang="en-AE" dirty="0"/>
              <a:t>Prompt 3 – Microsoft 365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1BE29-23E0-5CD0-2925-8ECDBA961E4F}"/>
              </a:ext>
            </a:extLst>
          </p:cNvPr>
          <p:cNvSpPr txBox="1"/>
          <p:nvPr/>
        </p:nvSpPr>
        <p:spPr>
          <a:xfrm>
            <a:off x="469900" y="2126419"/>
            <a:ext cx="484902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Review my emails from the past 7 days related to “</a:t>
            </a:r>
            <a:r>
              <a:rPr lang="en-US" sz="1400" dirty="0" err="1">
                <a:latin typeface="Aptos" panose="020B0004020202020204" pitchFamily="34" charset="0"/>
              </a:rPr>
              <a:t>AgenticOrg</a:t>
            </a:r>
            <a:r>
              <a:rPr lang="en-US" sz="1400" dirty="0">
                <a:latin typeface="Aptos" panose="020B0004020202020204" pitchFamily="34" charset="0"/>
              </a:rPr>
              <a:t> AI Agent Policy”.</a:t>
            </a:r>
          </a:p>
          <a:p>
            <a:r>
              <a:rPr lang="en-US" sz="1400" dirty="0">
                <a:latin typeface="Aptos" panose="020B0004020202020204" pitchFamily="34" charset="0"/>
              </a:rPr>
              <a:t> </a:t>
            </a:r>
          </a:p>
          <a:p>
            <a:r>
              <a:rPr lang="en-US" sz="1400" dirty="0">
                <a:latin typeface="Aptos" panose="020B0004020202020204" pitchFamily="34" charset="0"/>
              </a:rPr>
              <a:t>Summarize the conversation in a concise management-friendly format.</a:t>
            </a:r>
          </a:p>
          <a:p>
            <a:r>
              <a:rPr lang="en-US" sz="1400" dirty="0">
                <a:latin typeface="Aptos" panose="020B0004020202020204" pitchFamily="34" charset="0"/>
              </a:rPr>
              <a:t> </a:t>
            </a:r>
          </a:p>
          <a:p>
            <a:r>
              <a:rPr lang="en-US" sz="1400" dirty="0">
                <a:latin typeface="Aptos" panose="020B0004020202020204" pitchFamily="34" charset="0"/>
              </a:rPr>
              <a:t>Include:</a:t>
            </a:r>
          </a:p>
          <a:p>
            <a:r>
              <a:rPr lang="en-US" sz="1400" dirty="0">
                <a:latin typeface="Aptos" panose="020B0004020202020204" pitchFamily="34" charset="0"/>
              </a:rPr>
              <a:t>- Brief summary of what happened</a:t>
            </a:r>
          </a:p>
          <a:p>
            <a:r>
              <a:rPr lang="en-US" sz="1400" dirty="0">
                <a:latin typeface="Aptos" panose="020B0004020202020204" pitchFamily="34" charset="0"/>
              </a:rPr>
              <a:t>- Key decisions or approvals</a:t>
            </a:r>
          </a:p>
          <a:p>
            <a:r>
              <a:rPr lang="en-US" sz="1400" dirty="0">
                <a:latin typeface="Aptos" panose="020B0004020202020204" pitchFamily="34" charset="0"/>
              </a:rPr>
              <a:t>- Action items with owner and due date</a:t>
            </a:r>
          </a:p>
          <a:p>
            <a:r>
              <a:rPr lang="en-US" sz="1400" dirty="0">
                <a:latin typeface="Aptos" panose="020B0004020202020204" pitchFamily="34" charset="0"/>
              </a:rPr>
              <a:t>- Open risks or pending items</a:t>
            </a:r>
          </a:p>
          <a:p>
            <a:r>
              <a:rPr lang="en-US" sz="1400" dirty="0">
                <a:latin typeface="Aptos" panose="020B0004020202020204" pitchFamily="34" charset="0"/>
              </a:rPr>
              <a:t> </a:t>
            </a:r>
          </a:p>
          <a:p>
            <a:r>
              <a:rPr lang="en-US" sz="1400" dirty="0">
                <a:latin typeface="Aptos" panose="020B0004020202020204" pitchFamily="34" charset="0"/>
              </a:rPr>
              <a:t>Use only the emails retrieved from my mailbox. Do not assume missing details. If owner, due date, or status is unclear, mention “Not specified”.</a:t>
            </a:r>
            <a:endParaRPr lang="en-AE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33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84A9-9D39-E95E-1F44-08474BF0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856DF2A-70E6-B8A7-579D-74ED7B2D3C62}"/>
              </a:ext>
            </a:extLst>
          </p:cNvPr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666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26749E-B2D1-D847-A04D-38B029CCAE40}"/>
              </a:ext>
            </a:extLst>
          </p:cNvPr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3E8A44-7B65-78F8-5404-B37D4DB6ACDB}"/>
              </a:ext>
            </a:extLst>
          </p:cNvPr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070166-7769-DDDD-E00D-5FD7333243CD}"/>
              </a:ext>
            </a:extLst>
          </p:cNvPr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07CD02-39D4-AB0C-B6F8-B4E8DE3C3886}"/>
              </a:ext>
            </a:extLst>
          </p:cNvPr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E64B822-F80B-1749-2759-B2D8FE67FAEE}"/>
              </a:ext>
            </a:extLst>
          </p:cNvPr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3C812FB-3764-A52E-EC75-0562E524D69D}"/>
              </a:ext>
            </a:extLst>
          </p:cNvPr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016F3C-BDE0-FDC8-4D3B-D7CF686811E9}"/>
              </a:ext>
            </a:extLst>
          </p:cNvPr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3 / 30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21523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77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7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D6930"/>
      </a:accent1>
      <a:accent2>
        <a:srgbClr val="86A795"/>
      </a:accent2>
      <a:accent3>
        <a:srgbClr val="3F762A"/>
      </a:accent3>
      <a:accent4>
        <a:srgbClr val="455F51"/>
      </a:accent4>
      <a:accent5>
        <a:srgbClr val="FFC000"/>
      </a:accent5>
      <a:accent6>
        <a:srgbClr val="C3922E"/>
      </a:accent6>
      <a:hlink>
        <a:srgbClr val="D1842F"/>
      </a:hlink>
      <a:folHlink>
        <a:srgbClr val="D1842F"/>
      </a:folHlink>
    </a:clrScheme>
    <a:fontScheme name="Custom 1">
      <a:majorFont>
        <a:latin typeface="Avenir Next LT Pro Light"/>
        <a:ea typeface=""/>
        <a:cs typeface=""/>
      </a:majorFont>
      <a:minorFont>
        <a:latin typeface="Avenir 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ustom 7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D6930"/>
      </a:accent1>
      <a:accent2>
        <a:srgbClr val="86A795"/>
      </a:accent2>
      <a:accent3>
        <a:srgbClr val="3F762A"/>
      </a:accent3>
      <a:accent4>
        <a:srgbClr val="455F51"/>
      </a:accent4>
      <a:accent5>
        <a:srgbClr val="FFC000"/>
      </a:accent5>
      <a:accent6>
        <a:srgbClr val="C3922E"/>
      </a:accent6>
      <a:hlink>
        <a:srgbClr val="D1842F"/>
      </a:hlink>
      <a:folHlink>
        <a:srgbClr val="D1842F"/>
      </a:folHlink>
    </a:clrScheme>
    <a:fontScheme name="Custom 1">
      <a:majorFont>
        <a:latin typeface="Avenir Next LT Pro Light"/>
        <a:ea typeface=""/>
        <a:cs typeface=""/>
      </a:majorFont>
      <a:minorFont>
        <a:latin typeface="Avenir 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Custom 7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D6930"/>
      </a:accent1>
      <a:accent2>
        <a:srgbClr val="86A795"/>
      </a:accent2>
      <a:accent3>
        <a:srgbClr val="3F762A"/>
      </a:accent3>
      <a:accent4>
        <a:srgbClr val="455F51"/>
      </a:accent4>
      <a:accent5>
        <a:srgbClr val="FFC000"/>
      </a:accent5>
      <a:accent6>
        <a:srgbClr val="C3922E"/>
      </a:accent6>
      <a:hlink>
        <a:srgbClr val="D1842F"/>
      </a:hlink>
      <a:folHlink>
        <a:srgbClr val="D1842F"/>
      </a:folHlink>
    </a:clrScheme>
    <a:fontScheme name="Custom 1">
      <a:majorFont>
        <a:latin typeface="Avenir Next LT Pro Light"/>
        <a:ea typeface=""/>
        <a:cs typeface=""/>
      </a:majorFont>
      <a:minorFont>
        <a:latin typeface="Avenir 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D37C15-1C04-4DDA-8619-04379892E49E}">
  <we:reference id="7c8099b1-056c-4a25-ad37-93577abb592e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f810da-3f67-4f08-9385-a760eaa913d6">
      <Terms xmlns="http://schemas.microsoft.com/office/infopath/2007/PartnerControls"/>
    </lcf76f155ced4ddcb4097134ff3c332f>
    <TaxCatchAll xmlns="2758de06-7f32-43e5-8d17-14e63920b56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CD8E691246E43B9E9326A3AEEA4C9" ma:contentTypeVersion="10" ma:contentTypeDescription="Create a new document." ma:contentTypeScope="" ma:versionID="7d962c5a4893fab80502032513b21864">
  <xsd:schema xmlns:xsd="http://www.w3.org/2001/XMLSchema" xmlns:xs="http://www.w3.org/2001/XMLSchema" xmlns:p="http://schemas.microsoft.com/office/2006/metadata/properties" xmlns:ns2="6bf810da-3f67-4f08-9385-a760eaa913d6" xmlns:ns3="2758de06-7f32-43e5-8d17-14e63920b560" targetNamespace="http://schemas.microsoft.com/office/2006/metadata/properties" ma:root="true" ma:fieldsID="e1053ee0e24e4d83c36a46d2581809e4" ns2:_="" ns3:_="">
    <xsd:import namespace="6bf810da-3f67-4f08-9385-a760eaa913d6"/>
    <xsd:import namespace="2758de06-7f32-43e5-8d17-14e63920b5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810da-3f67-4f08-9385-a760eaa913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7100e6-59b8-4452-b8e1-b290577fa9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8de06-7f32-43e5-8d17-14e63920b5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2c704-d5ae-4997-aff1-fb786743f041}" ma:internalName="TaxCatchAll" ma:showField="CatchAllData" ma:web="2758de06-7f32-43e5-8d17-14e63920b5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08DA9F-55A1-4858-89D0-966DE1A43CCE}">
  <ds:schemaRefs>
    <ds:schemaRef ds:uri="2758de06-7f32-43e5-8d17-14e63920b560"/>
    <ds:schemaRef ds:uri="6bf810da-3f67-4f08-9385-a760eaa913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4F442C7-118A-4752-A529-58A34E131023}">
  <ds:schemaRefs>
    <ds:schemaRef ds:uri="2758de06-7f32-43e5-8d17-14e63920b560"/>
    <ds:schemaRef ds:uri="6bf810da-3f67-4f08-9385-a760eaa913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34F4F17-A38F-40DC-AF6C-7F047BF279C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a91df48-5f76-47bd-8327-373734b3f614}" enabled="0" method="" siteId="{8a91df48-5f76-47bd-8327-373734b3f6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1271</Words>
  <Application>Microsoft Office PowerPoint</Application>
  <PresentationFormat>Widescreen</PresentationFormat>
  <Paragraphs>262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Aptos</vt:lpstr>
      <vt:lpstr>Arial</vt:lpstr>
      <vt:lpstr>Avenir</vt:lpstr>
      <vt:lpstr>Avenir Next LT Pro Light</vt:lpstr>
      <vt:lpstr>Avenir Next LT Pro Regular</vt:lpstr>
      <vt:lpstr>Calibri</vt:lpstr>
      <vt:lpstr>Noto Sans Symbols</vt:lpstr>
      <vt:lpstr>Wingdings</vt:lpstr>
      <vt:lpstr>1_Office Theme</vt:lpstr>
      <vt:lpstr>2_Office Theme</vt:lpstr>
      <vt:lpstr>6_Office Theme</vt:lpstr>
      <vt:lpstr>think-cell Slide</vt:lpstr>
      <vt:lpstr>Executive Office – AI Deployment</vt:lpstr>
      <vt:lpstr>PowerPoint Presentation</vt:lpstr>
      <vt:lpstr>PowerPoint Presentation</vt:lpstr>
      <vt:lpstr>EO AI platform has been deployed on a secure, sovereign infrastructure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Office Progress Update</dc:title>
  <dc:creator>مدني.طارق زياد احمد جوده</dc:creator>
  <cp:lastModifiedBy>Raheem Abdur</cp:lastModifiedBy>
  <cp:revision>3</cp:revision>
  <cp:lastPrinted>2026-04-21T05:06:59Z</cp:lastPrinted>
  <dcterms:created xsi:type="dcterms:W3CDTF">2025-04-29T06:00:25Z</dcterms:created>
  <dcterms:modified xsi:type="dcterms:W3CDTF">2026-05-06T08:22:24Z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2025-04-29T10:48:18Z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62d2d695-2881-4bd7-8cac-112c06bd6c98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0x01010069ECD8E691246E43B9E9326A3AEEA4C9</vt:lpwstr>
  </property>
</Properties>
</file>